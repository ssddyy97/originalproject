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8" r:id="rId5"/>
    <p:sldId id="273" r:id="rId6"/>
    <p:sldId id="275" r:id="rId7"/>
    <p:sldId id="259" r:id="rId8"/>
    <p:sldId id="282" r:id="rId9"/>
    <p:sldId id="287" r:id="rId10"/>
    <p:sldId id="281" r:id="rId11"/>
    <p:sldId id="283" r:id="rId12"/>
    <p:sldId id="284" r:id="rId13"/>
    <p:sldId id="276" r:id="rId14"/>
    <p:sldId id="277" r:id="rId15"/>
    <p:sldId id="267" r:id="rId16"/>
    <p:sldId id="289" r:id="rId17"/>
    <p:sldId id="278" r:id="rId18"/>
  </p:sldIdLst>
  <p:sldSz cx="12192000" cy="6858000"/>
  <p:notesSz cx="6858000" cy="9144000"/>
  <p:defaultTextStyle>
    <a:defPPr rtl="0">
      <a:defRPr lang="ja-JP"/>
    </a:defPPr>
    <a:lvl1pPr marL="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ja-JP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4" autoAdjust="0"/>
  </p:normalViewPr>
  <p:slideViewPr>
    <p:cSldViewPr snapToGrid="0">
      <p:cViewPr varScale="1">
        <p:scale>
          <a:sx n="78" d="100"/>
          <a:sy n="78" d="100"/>
        </p:scale>
        <p:origin x="1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92" d="100"/>
          <a:sy n="92" d="100"/>
        </p:scale>
        <p:origin x="3732" y="3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319EBE-1E35-4AED-8473-080EBB1AF823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kumimoji="1" lang="ja-JP" altLang="en-US"/>
        </a:p>
      </dgm:t>
    </dgm:pt>
    <dgm:pt modelId="{BBF1205E-D301-4BA1-A56B-A0837F4CD157}">
      <dgm:prSet phldrT="[テキスト]"/>
      <dgm:spPr>
        <a:solidFill>
          <a:srgbClr val="00B050"/>
        </a:solidFill>
      </dgm:spPr>
      <dgm:t>
        <a:bodyPr/>
        <a:lstStyle/>
        <a:p>
          <a:r>
            <a:rPr kumimoji="1" lang="ja-JP" altLang="en-US" dirty="0"/>
            <a:t>強み</a:t>
          </a:r>
        </a:p>
      </dgm:t>
    </dgm:pt>
    <dgm:pt modelId="{08166075-5DC3-4B29-BC48-9F711BA4F32D}" type="parTrans" cxnId="{3CD80497-91D2-4A7C-902D-29FBAEAD0C93}">
      <dgm:prSet/>
      <dgm:spPr/>
      <dgm:t>
        <a:bodyPr/>
        <a:lstStyle/>
        <a:p>
          <a:endParaRPr kumimoji="1" lang="ja-JP" altLang="en-US"/>
        </a:p>
      </dgm:t>
    </dgm:pt>
    <dgm:pt modelId="{F96A7240-B9B2-4035-9300-0595E0E907C8}" type="sibTrans" cxnId="{3CD80497-91D2-4A7C-902D-29FBAEAD0C93}">
      <dgm:prSet/>
      <dgm:spPr/>
      <dgm:t>
        <a:bodyPr/>
        <a:lstStyle/>
        <a:p>
          <a:endParaRPr kumimoji="1" lang="ja-JP" altLang="en-US"/>
        </a:p>
      </dgm:t>
    </dgm:pt>
    <dgm:pt modelId="{75C85419-613B-49F1-A27C-065D94BC4366}">
      <dgm:prSet phldrT="[テキスト]"/>
      <dgm:spPr>
        <a:solidFill>
          <a:srgbClr val="00B050"/>
        </a:solidFill>
      </dgm:spPr>
      <dgm:t>
        <a:bodyPr/>
        <a:lstStyle/>
        <a:p>
          <a:r>
            <a:rPr kumimoji="1" lang="ja-JP" altLang="en-US" dirty="0"/>
            <a:t>向上心</a:t>
          </a:r>
        </a:p>
      </dgm:t>
    </dgm:pt>
    <dgm:pt modelId="{5F4052EB-132B-4547-A689-CEB830323E13}" type="parTrans" cxnId="{A9F3E83F-22AD-47FF-8D75-DB92EC89385E}">
      <dgm:prSet/>
      <dgm:spPr>
        <a:solidFill>
          <a:srgbClr val="00B050"/>
        </a:solidFill>
      </dgm:spPr>
      <dgm:t>
        <a:bodyPr/>
        <a:lstStyle/>
        <a:p>
          <a:endParaRPr kumimoji="1" lang="ja-JP" altLang="en-US"/>
        </a:p>
      </dgm:t>
    </dgm:pt>
    <dgm:pt modelId="{7A45A78F-452A-4235-93C4-61A0819FDECD}" type="sibTrans" cxnId="{A9F3E83F-22AD-47FF-8D75-DB92EC89385E}">
      <dgm:prSet/>
      <dgm:spPr/>
      <dgm:t>
        <a:bodyPr/>
        <a:lstStyle/>
        <a:p>
          <a:endParaRPr kumimoji="1" lang="ja-JP" altLang="en-US"/>
        </a:p>
      </dgm:t>
    </dgm:pt>
    <dgm:pt modelId="{62699497-7E3D-4392-AE66-A3F5CB5C3B09}">
      <dgm:prSet phldrT="[テキスト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ja-JP" dirty="0"/>
            <a:t>ポジティブ思考</a:t>
          </a:r>
          <a:endParaRPr kumimoji="1" lang="ja-JP" altLang="en-US" dirty="0"/>
        </a:p>
      </dgm:t>
    </dgm:pt>
    <dgm:pt modelId="{E6A2D94A-DF26-45FA-952F-9F5FE94D7887}" type="parTrans" cxnId="{8D429C96-BF7B-4CF4-9779-ACC8FAEA94DF}">
      <dgm:prSet/>
      <dgm:spPr>
        <a:solidFill>
          <a:srgbClr val="00B050"/>
        </a:solidFill>
      </dgm:spPr>
      <dgm:t>
        <a:bodyPr/>
        <a:lstStyle/>
        <a:p>
          <a:endParaRPr kumimoji="1" lang="ja-JP" altLang="en-US"/>
        </a:p>
      </dgm:t>
    </dgm:pt>
    <dgm:pt modelId="{12984FDA-C0FC-49D3-A477-7C12DAEAA50C}" type="sibTrans" cxnId="{8D429C96-BF7B-4CF4-9779-ACC8FAEA94DF}">
      <dgm:prSet/>
      <dgm:spPr/>
      <dgm:t>
        <a:bodyPr/>
        <a:lstStyle/>
        <a:p>
          <a:endParaRPr kumimoji="1" lang="ja-JP" altLang="en-US"/>
        </a:p>
      </dgm:t>
    </dgm:pt>
    <dgm:pt modelId="{09600F83-1907-4592-B794-8990B2212766}">
      <dgm:prSet phldrT="[テキスト]"/>
      <dgm:spPr>
        <a:solidFill>
          <a:srgbClr val="00B050"/>
        </a:solidFill>
      </dgm:spPr>
      <dgm:t>
        <a:bodyPr/>
        <a:lstStyle/>
        <a:p>
          <a:pPr>
            <a:buNone/>
          </a:pPr>
          <a:r>
            <a:rPr lang="ja-JP" dirty="0"/>
            <a:t>新しいことへの関心</a:t>
          </a:r>
          <a:endParaRPr kumimoji="1" lang="ja-JP" altLang="en-US" dirty="0"/>
        </a:p>
      </dgm:t>
    </dgm:pt>
    <dgm:pt modelId="{CE5855C1-0352-40E3-8DAA-33D12D76611B}" type="parTrans" cxnId="{497A640E-F317-4675-A6B1-13FC05143238}">
      <dgm:prSet/>
      <dgm:spPr>
        <a:solidFill>
          <a:srgbClr val="00B050"/>
        </a:solidFill>
      </dgm:spPr>
      <dgm:t>
        <a:bodyPr/>
        <a:lstStyle/>
        <a:p>
          <a:endParaRPr kumimoji="1" lang="ja-JP" altLang="en-US"/>
        </a:p>
      </dgm:t>
    </dgm:pt>
    <dgm:pt modelId="{F0CF8968-0B20-4854-B4FE-63B2746625EA}" type="sibTrans" cxnId="{497A640E-F317-4675-A6B1-13FC05143238}">
      <dgm:prSet/>
      <dgm:spPr/>
      <dgm:t>
        <a:bodyPr/>
        <a:lstStyle/>
        <a:p>
          <a:endParaRPr kumimoji="1" lang="ja-JP" altLang="en-US"/>
        </a:p>
      </dgm:t>
    </dgm:pt>
    <dgm:pt modelId="{AF4087AD-F65A-4CE5-A526-7338756B9B94}">
      <dgm:prSet phldrT="[テキスト]"/>
      <dgm:spPr>
        <a:solidFill>
          <a:srgbClr val="00B05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dirty="0"/>
            <a:t>責任感</a:t>
          </a:r>
          <a:endParaRPr kumimoji="1" lang="ja-JP" altLang="en-US" dirty="0"/>
        </a:p>
      </dgm:t>
    </dgm:pt>
    <dgm:pt modelId="{A9FD6B7B-CAE8-482A-8285-EEF9DE9B4603}" type="parTrans" cxnId="{4829441F-1F23-4F94-9B5E-F2A5E904D023}">
      <dgm:prSet/>
      <dgm:spPr>
        <a:solidFill>
          <a:srgbClr val="00B050"/>
        </a:solidFill>
      </dgm:spPr>
      <dgm:t>
        <a:bodyPr/>
        <a:lstStyle/>
        <a:p>
          <a:endParaRPr kumimoji="1" lang="ja-JP" altLang="en-US"/>
        </a:p>
      </dgm:t>
    </dgm:pt>
    <dgm:pt modelId="{4AE81076-0280-4EBD-850D-0F8A25950DC7}" type="sibTrans" cxnId="{4829441F-1F23-4F94-9B5E-F2A5E904D023}">
      <dgm:prSet/>
      <dgm:spPr/>
      <dgm:t>
        <a:bodyPr/>
        <a:lstStyle/>
        <a:p>
          <a:endParaRPr kumimoji="1" lang="ja-JP" altLang="en-US"/>
        </a:p>
      </dgm:t>
    </dgm:pt>
    <dgm:pt modelId="{D30D4CD7-D910-4EAD-A995-6B6432CFD395}">
      <dgm:prSet phldrT="[テキスト]"/>
      <dgm:spPr>
        <a:solidFill>
          <a:srgbClr val="00B05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dirty="0"/>
            <a:t>吸収力</a:t>
          </a:r>
          <a:endParaRPr kumimoji="1" lang="ja-JP" altLang="en-US" dirty="0"/>
        </a:p>
      </dgm:t>
    </dgm:pt>
    <dgm:pt modelId="{5C6A52ED-33B4-403F-9511-C03FA96D6AE0}" type="parTrans" cxnId="{57C6DB64-5798-48A6-916D-5D47BFC45930}">
      <dgm:prSet/>
      <dgm:spPr>
        <a:solidFill>
          <a:srgbClr val="00B050"/>
        </a:solidFill>
      </dgm:spPr>
      <dgm:t>
        <a:bodyPr/>
        <a:lstStyle/>
        <a:p>
          <a:endParaRPr kumimoji="1" lang="ja-JP" altLang="en-US"/>
        </a:p>
      </dgm:t>
    </dgm:pt>
    <dgm:pt modelId="{4F520894-7878-4DE7-A571-9BE11F9BEC9D}" type="sibTrans" cxnId="{57C6DB64-5798-48A6-916D-5D47BFC45930}">
      <dgm:prSet/>
      <dgm:spPr/>
      <dgm:t>
        <a:bodyPr/>
        <a:lstStyle/>
        <a:p>
          <a:endParaRPr kumimoji="1" lang="ja-JP" altLang="en-US"/>
        </a:p>
      </dgm:t>
    </dgm:pt>
    <dgm:pt modelId="{742E45D4-1A59-4D36-B18F-8912CDEBEC08}">
      <dgm:prSet phldrT="[テキスト]"/>
      <dgm:spPr>
        <a:solidFill>
          <a:srgbClr val="00B05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dirty="0"/>
            <a:t>適応力</a:t>
          </a:r>
          <a:endParaRPr kumimoji="1" lang="ja-JP" altLang="en-US" dirty="0"/>
        </a:p>
      </dgm:t>
    </dgm:pt>
    <dgm:pt modelId="{6D416E46-5C89-4E9C-A0FF-35AEE4018D80}" type="parTrans" cxnId="{67352EB2-988A-4A1A-8D73-6095524718DC}">
      <dgm:prSet/>
      <dgm:spPr>
        <a:solidFill>
          <a:srgbClr val="00B050"/>
        </a:solidFill>
      </dgm:spPr>
      <dgm:t>
        <a:bodyPr/>
        <a:lstStyle/>
        <a:p>
          <a:endParaRPr kumimoji="1" lang="ja-JP" altLang="en-US"/>
        </a:p>
      </dgm:t>
    </dgm:pt>
    <dgm:pt modelId="{7BACBCC7-E50A-423D-9932-99193055C115}" type="sibTrans" cxnId="{67352EB2-988A-4A1A-8D73-6095524718DC}">
      <dgm:prSet/>
      <dgm:spPr/>
      <dgm:t>
        <a:bodyPr/>
        <a:lstStyle/>
        <a:p>
          <a:endParaRPr kumimoji="1" lang="ja-JP" altLang="en-US"/>
        </a:p>
      </dgm:t>
    </dgm:pt>
    <dgm:pt modelId="{4513387B-A277-480A-A000-012D11D4998B}">
      <dgm:prSet phldrT="[テキスト]"/>
      <dgm:spPr>
        <a:solidFill>
          <a:srgbClr val="00B050"/>
        </a:solidFill>
      </dgm:spPr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ja-JP" dirty="0"/>
            <a:t>探究心</a:t>
          </a:r>
          <a:endParaRPr kumimoji="1" lang="ja-JP" altLang="en-US" dirty="0"/>
        </a:p>
      </dgm:t>
    </dgm:pt>
    <dgm:pt modelId="{F80588B5-19A3-4B0A-B919-391A47613975}" type="parTrans" cxnId="{09A582FB-1F10-4AB2-B002-6466E03961BF}">
      <dgm:prSet/>
      <dgm:spPr>
        <a:solidFill>
          <a:srgbClr val="00B050"/>
        </a:solidFill>
      </dgm:spPr>
      <dgm:t>
        <a:bodyPr/>
        <a:lstStyle/>
        <a:p>
          <a:endParaRPr kumimoji="1" lang="ja-JP" altLang="en-US"/>
        </a:p>
      </dgm:t>
    </dgm:pt>
    <dgm:pt modelId="{53584AB4-B7A1-4457-9AE8-54046BA99F11}" type="sibTrans" cxnId="{09A582FB-1F10-4AB2-B002-6466E03961BF}">
      <dgm:prSet/>
      <dgm:spPr/>
      <dgm:t>
        <a:bodyPr/>
        <a:lstStyle/>
        <a:p>
          <a:endParaRPr kumimoji="1" lang="ja-JP" altLang="en-US"/>
        </a:p>
      </dgm:t>
    </dgm:pt>
    <dgm:pt modelId="{CCEFDBC8-3207-49F6-93C6-8C840F02A4E5}" type="pres">
      <dgm:prSet presAssocID="{3C319EBE-1E35-4AED-8473-080EBB1AF823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531AB3B-6AA7-4E78-9753-54E62928BECB}" type="pres">
      <dgm:prSet presAssocID="{BBF1205E-D301-4BA1-A56B-A0837F4CD157}" presName="centerShape" presStyleLbl="node0" presStyleIdx="0" presStyleCnt="1"/>
      <dgm:spPr/>
    </dgm:pt>
    <dgm:pt modelId="{E6E593DC-9851-43E6-93C2-7B7816268C57}" type="pres">
      <dgm:prSet presAssocID="{5F4052EB-132B-4547-A689-CEB830323E13}" presName="parTrans" presStyleLbl="sibTrans2D1" presStyleIdx="0" presStyleCnt="7"/>
      <dgm:spPr/>
    </dgm:pt>
    <dgm:pt modelId="{A6C510A0-2444-474F-8F7F-CD01E8F559F6}" type="pres">
      <dgm:prSet presAssocID="{5F4052EB-132B-4547-A689-CEB830323E13}" presName="connectorText" presStyleLbl="sibTrans2D1" presStyleIdx="0" presStyleCnt="7"/>
      <dgm:spPr/>
    </dgm:pt>
    <dgm:pt modelId="{D85F7CF6-A9F9-4B3D-8CEF-B156BF0480C0}" type="pres">
      <dgm:prSet presAssocID="{75C85419-613B-49F1-A27C-065D94BC4366}" presName="node" presStyleLbl="node1" presStyleIdx="0" presStyleCnt="7">
        <dgm:presLayoutVars>
          <dgm:bulletEnabled val="1"/>
        </dgm:presLayoutVars>
      </dgm:prSet>
      <dgm:spPr/>
    </dgm:pt>
    <dgm:pt modelId="{A121A582-35B1-4282-A72C-3395327A2201}" type="pres">
      <dgm:prSet presAssocID="{E6A2D94A-DF26-45FA-952F-9F5FE94D7887}" presName="parTrans" presStyleLbl="sibTrans2D1" presStyleIdx="1" presStyleCnt="7"/>
      <dgm:spPr/>
    </dgm:pt>
    <dgm:pt modelId="{8556557A-B20D-4AD3-B971-6484D3095F5B}" type="pres">
      <dgm:prSet presAssocID="{E6A2D94A-DF26-45FA-952F-9F5FE94D7887}" presName="connectorText" presStyleLbl="sibTrans2D1" presStyleIdx="1" presStyleCnt="7"/>
      <dgm:spPr/>
    </dgm:pt>
    <dgm:pt modelId="{A49B5E50-1167-4E84-840C-399DA9B554B0}" type="pres">
      <dgm:prSet presAssocID="{62699497-7E3D-4392-AE66-A3F5CB5C3B09}" presName="node" presStyleLbl="node1" presStyleIdx="1" presStyleCnt="7">
        <dgm:presLayoutVars>
          <dgm:bulletEnabled val="1"/>
        </dgm:presLayoutVars>
      </dgm:prSet>
      <dgm:spPr/>
    </dgm:pt>
    <dgm:pt modelId="{DA4AA092-063C-46DE-B785-C5CDF6E01DA9}" type="pres">
      <dgm:prSet presAssocID="{CE5855C1-0352-40E3-8DAA-33D12D76611B}" presName="parTrans" presStyleLbl="sibTrans2D1" presStyleIdx="2" presStyleCnt="7"/>
      <dgm:spPr/>
    </dgm:pt>
    <dgm:pt modelId="{9886BF28-6322-4B9F-BD66-938DF1A26D2D}" type="pres">
      <dgm:prSet presAssocID="{CE5855C1-0352-40E3-8DAA-33D12D76611B}" presName="connectorText" presStyleLbl="sibTrans2D1" presStyleIdx="2" presStyleCnt="7"/>
      <dgm:spPr/>
    </dgm:pt>
    <dgm:pt modelId="{7A4671BE-5C44-4AD6-98E9-93C870EB6E36}" type="pres">
      <dgm:prSet presAssocID="{09600F83-1907-4592-B794-8990B2212766}" presName="node" presStyleLbl="node1" presStyleIdx="2" presStyleCnt="7">
        <dgm:presLayoutVars>
          <dgm:bulletEnabled val="1"/>
        </dgm:presLayoutVars>
      </dgm:prSet>
      <dgm:spPr/>
    </dgm:pt>
    <dgm:pt modelId="{707D5B20-12DF-4656-8EEF-972420F75F55}" type="pres">
      <dgm:prSet presAssocID="{A9FD6B7B-CAE8-482A-8285-EEF9DE9B4603}" presName="parTrans" presStyleLbl="sibTrans2D1" presStyleIdx="3" presStyleCnt="7"/>
      <dgm:spPr/>
    </dgm:pt>
    <dgm:pt modelId="{EA3D9EB3-7642-46B5-87A0-DD60ACF146A3}" type="pres">
      <dgm:prSet presAssocID="{A9FD6B7B-CAE8-482A-8285-EEF9DE9B4603}" presName="connectorText" presStyleLbl="sibTrans2D1" presStyleIdx="3" presStyleCnt="7"/>
      <dgm:spPr/>
    </dgm:pt>
    <dgm:pt modelId="{255DAE53-A50A-415B-A9B4-E313DCD49E1E}" type="pres">
      <dgm:prSet presAssocID="{AF4087AD-F65A-4CE5-A526-7338756B9B94}" presName="node" presStyleLbl="node1" presStyleIdx="3" presStyleCnt="7">
        <dgm:presLayoutVars>
          <dgm:bulletEnabled val="1"/>
        </dgm:presLayoutVars>
      </dgm:prSet>
      <dgm:spPr/>
    </dgm:pt>
    <dgm:pt modelId="{03BB3867-8A7E-4154-9276-5A467DFEE314}" type="pres">
      <dgm:prSet presAssocID="{5C6A52ED-33B4-403F-9511-C03FA96D6AE0}" presName="parTrans" presStyleLbl="sibTrans2D1" presStyleIdx="4" presStyleCnt="7"/>
      <dgm:spPr/>
    </dgm:pt>
    <dgm:pt modelId="{3A4057A0-67B5-4B03-8D38-3BF59FA22B53}" type="pres">
      <dgm:prSet presAssocID="{5C6A52ED-33B4-403F-9511-C03FA96D6AE0}" presName="connectorText" presStyleLbl="sibTrans2D1" presStyleIdx="4" presStyleCnt="7"/>
      <dgm:spPr/>
    </dgm:pt>
    <dgm:pt modelId="{3161C525-2040-43D5-84E4-63908CE8BDE3}" type="pres">
      <dgm:prSet presAssocID="{D30D4CD7-D910-4EAD-A995-6B6432CFD395}" presName="node" presStyleLbl="node1" presStyleIdx="4" presStyleCnt="7">
        <dgm:presLayoutVars>
          <dgm:bulletEnabled val="1"/>
        </dgm:presLayoutVars>
      </dgm:prSet>
      <dgm:spPr/>
    </dgm:pt>
    <dgm:pt modelId="{7C232C14-1C7D-4332-AF43-BA1216E7090C}" type="pres">
      <dgm:prSet presAssocID="{6D416E46-5C89-4E9C-A0FF-35AEE4018D80}" presName="parTrans" presStyleLbl="sibTrans2D1" presStyleIdx="5" presStyleCnt="7"/>
      <dgm:spPr/>
    </dgm:pt>
    <dgm:pt modelId="{EAA2F93B-3E42-4A35-BEAE-6FA3853BC08D}" type="pres">
      <dgm:prSet presAssocID="{6D416E46-5C89-4E9C-A0FF-35AEE4018D80}" presName="connectorText" presStyleLbl="sibTrans2D1" presStyleIdx="5" presStyleCnt="7"/>
      <dgm:spPr/>
    </dgm:pt>
    <dgm:pt modelId="{6961A972-A425-4454-AF8B-4866B17F336F}" type="pres">
      <dgm:prSet presAssocID="{742E45D4-1A59-4D36-B18F-8912CDEBEC08}" presName="node" presStyleLbl="node1" presStyleIdx="5" presStyleCnt="7">
        <dgm:presLayoutVars>
          <dgm:bulletEnabled val="1"/>
        </dgm:presLayoutVars>
      </dgm:prSet>
      <dgm:spPr/>
    </dgm:pt>
    <dgm:pt modelId="{5A7302C5-5994-4F34-A50B-C21729A260F3}" type="pres">
      <dgm:prSet presAssocID="{F80588B5-19A3-4B0A-B919-391A47613975}" presName="parTrans" presStyleLbl="sibTrans2D1" presStyleIdx="6" presStyleCnt="7"/>
      <dgm:spPr/>
    </dgm:pt>
    <dgm:pt modelId="{3058C715-0BD2-4D58-BFCF-8B26249A983C}" type="pres">
      <dgm:prSet presAssocID="{F80588B5-19A3-4B0A-B919-391A47613975}" presName="connectorText" presStyleLbl="sibTrans2D1" presStyleIdx="6" presStyleCnt="7"/>
      <dgm:spPr/>
    </dgm:pt>
    <dgm:pt modelId="{943F4DC1-A2D8-441F-AD2D-D2AC10586AE8}" type="pres">
      <dgm:prSet presAssocID="{4513387B-A277-480A-A000-012D11D4998B}" presName="node" presStyleLbl="node1" presStyleIdx="6" presStyleCnt="7">
        <dgm:presLayoutVars>
          <dgm:bulletEnabled val="1"/>
        </dgm:presLayoutVars>
      </dgm:prSet>
      <dgm:spPr/>
    </dgm:pt>
  </dgm:ptLst>
  <dgm:cxnLst>
    <dgm:cxn modelId="{497A640E-F317-4675-A6B1-13FC05143238}" srcId="{BBF1205E-D301-4BA1-A56B-A0837F4CD157}" destId="{09600F83-1907-4592-B794-8990B2212766}" srcOrd="2" destOrd="0" parTransId="{CE5855C1-0352-40E3-8DAA-33D12D76611B}" sibTransId="{F0CF8968-0B20-4854-B4FE-63B2746625EA}"/>
    <dgm:cxn modelId="{ADA42B15-F249-486B-BBCE-A1580D0A6764}" type="presOf" srcId="{4513387B-A277-480A-A000-012D11D4998B}" destId="{943F4DC1-A2D8-441F-AD2D-D2AC10586AE8}" srcOrd="0" destOrd="0" presId="urn:microsoft.com/office/officeart/2005/8/layout/radial5"/>
    <dgm:cxn modelId="{86BD261B-676E-425D-B83D-DDB8AF48BEEA}" type="presOf" srcId="{D30D4CD7-D910-4EAD-A995-6B6432CFD395}" destId="{3161C525-2040-43D5-84E4-63908CE8BDE3}" srcOrd="0" destOrd="0" presId="urn:microsoft.com/office/officeart/2005/8/layout/radial5"/>
    <dgm:cxn modelId="{4829441F-1F23-4F94-9B5E-F2A5E904D023}" srcId="{BBF1205E-D301-4BA1-A56B-A0837F4CD157}" destId="{AF4087AD-F65A-4CE5-A526-7338756B9B94}" srcOrd="3" destOrd="0" parTransId="{A9FD6B7B-CAE8-482A-8285-EEF9DE9B4603}" sibTransId="{4AE81076-0280-4EBD-850D-0F8A25950DC7}"/>
    <dgm:cxn modelId="{3A751924-1C45-4ABF-9F48-43FC083845DC}" type="presOf" srcId="{AF4087AD-F65A-4CE5-A526-7338756B9B94}" destId="{255DAE53-A50A-415B-A9B4-E313DCD49E1E}" srcOrd="0" destOrd="0" presId="urn:microsoft.com/office/officeart/2005/8/layout/radial5"/>
    <dgm:cxn modelId="{5AFE6C32-67E1-495B-8CB8-D6DCB1770622}" type="presOf" srcId="{CE5855C1-0352-40E3-8DAA-33D12D76611B}" destId="{DA4AA092-063C-46DE-B785-C5CDF6E01DA9}" srcOrd="0" destOrd="0" presId="urn:microsoft.com/office/officeart/2005/8/layout/radial5"/>
    <dgm:cxn modelId="{054F573D-C94E-4E75-BA17-4937E6AB124D}" type="presOf" srcId="{5C6A52ED-33B4-403F-9511-C03FA96D6AE0}" destId="{03BB3867-8A7E-4154-9276-5A467DFEE314}" srcOrd="0" destOrd="0" presId="urn:microsoft.com/office/officeart/2005/8/layout/radial5"/>
    <dgm:cxn modelId="{A9F3E83F-22AD-47FF-8D75-DB92EC89385E}" srcId="{BBF1205E-D301-4BA1-A56B-A0837F4CD157}" destId="{75C85419-613B-49F1-A27C-065D94BC4366}" srcOrd="0" destOrd="0" parTransId="{5F4052EB-132B-4547-A689-CEB830323E13}" sibTransId="{7A45A78F-452A-4235-93C4-61A0819FDECD}"/>
    <dgm:cxn modelId="{E4182541-E2DF-470B-9B6A-8E211CD1EE15}" type="presOf" srcId="{75C85419-613B-49F1-A27C-065D94BC4366}" destId="{D85F7CF6-A9F9-4B3D-8CEF-B156BF0480C0}" srcOrd="0" destOrd="0" presId="urn:microsoft.com/office/officeart/2005/8/layout/radial5"/>
    <dgm:cxn modelId="{57C6DB64-5798-48A6-916D-5D47BFC45930}" srcId="{BBF1205E-D301-4BA1-A56B-A0837F4CD157}" destId="{D30D4CD7-D910-4EAD-A995-6B6432CFD395}" srcOrd="4" destOrd="0" parTransId="{5C6A52ED-33B4-403F-9511-C03FA96D6AE0}" sibTransId="{4F520894-7878-4DE7-A571-9BE11F9BEC9D}"/>
    <dgm:cxn modelId="{6E24D86B-6DCA-4623-BC0A-335862192DF7}" type="presOf" srcId="{E6A2D94A-DF26-45FA-952F-9F5FE94D7887}" destId="{A121A582-35B1-4282-A72C-3395327A2201}" srcOrd="0" destOrd="0" presId="urn:microsoft.com/office/officeart/2005/8/layout/radial5"/>
    <dgm:cxn modelId="{71805552-03D3-4B34-95DD-D00536A2A0BE}" type="presOf" srcId="{F80588B5-19A3-4B0A-B919-391A47613975}" destId="{3058C715-0BD2-4D58-BFCF-8B26249A983C}" srcOrd="1" destOrd="0" presId="urn:microsoft.com/office/officeart/2005/8/layout/radial5"/>
    <dgm:cxn modelId="{564D5B54-1122-419C-8B06-C67A6DB9F05C}" type="presOf" srcId="{CE5855C1-0352-40E3-8DAA-33D12D76611B}" destId="{9886BF28-6322-4B9F-BD66-938DF1A26D2D}" srcOrd="1" destOrd="0" presId="urn:microsoft.com/office/officeart/2005/8/layout/radial5"/>
    <dgm:cxn modelId="{9D695780-518C-4FB7-8EA0-1CDE06F4E9C5}" type="presOf" srcId="{A9FD6B7B-CAE8-482A-8285-EEF9DE9B4603}" destId="{EA3D9EB3-7642-46B5-87A0-DD60ACF146A3}" srcOrd="1" destOrd="0" presId="urn:microsoft.com/office/officeart/2005/8/layout/radial5"/>
    <dgm:cxn modelId="{FAF34887-78E0-41E9-B754-E63DD5DEFE26}" type="presOf" srcId="{E6A2D94A-DF26-45FA-952F-9F5FE94D7887}" destId="{8556557A-B20D-4AD3-B971-6484D3095F5B}" srcOrd="1" destOrd="0" presId="urn:microsoft.com/office/officeart/2005/8/layout/radial5"/>
    <dgm:cxn modelId="{F1EA3D8C-83C4-40CF-B7F6-2A219D45A1D0}" type="presOf" srcId="{5F4052EB-132B-4547-A689-CEB830323E13}" destId="{E6E593DC-9851-43E6-93C2-7B7816268C57}" srcOrd="0" destOrd="0" presId="urn:microsoft.com/office/officeart/2005/8/layout/radial5"/>
    <dgm:cxn modelId="{1F3DFA90-9F79-469A-A3FE-2732406759B5}" type="presOf" srcId="{F80588B5-19A3-4B0A-B919-391A47613975}" destId="{5A7302C5-5994-4F34-A50B-C21729A260F3}" srcOrd="0" destOrd="0" presId="urn:microsoft.com/office/officeart/2005/8/layout/radial5"/>
    <dgm:cxn modelId="{C862F691-0449-4F7D-900B-D39446CAB29F}" type="presOf" srcId="{5C6A52ED-33B4-403F-9511-C03FA96D6AE0}" destId="{3A4057A0-67B5-4B03-8D38-3BF59FA22B53}" srcOrd="1" destOrd="0" presId="urn:microsoft.com/office/officeart/2005/8/layout/radial5"/>
    <dgm:cxn modelId="{39EFCC93-4F5B-454A-A0DA-EDECC67F8167}" type="presOf" srcId="{62699497-7E3D-4392-AE66-A3F5CB5C3B09}" destId="{A49B5E50-1167-4E84-840C-399DA9B554B0}" srcOrd="0" destOrd="0" presId="urn:microsoft.com/office/officeart/2005/8/layout/radial5"/>
    <dgm:cxn modelId="{D906C794-C910-42A9-B405-34C401271D52}" type="presOf" srcId="{5F4052EB-132B-4547-A689-CEB830323E13}" destId="{A6C510A0-2444-474F-8F7F-CD01E8F559F6}" srcOrd="1" destOrd="0" presId="urn:microsoft.com/office/officeart/2005/8/layout/radial5"/>
    <dgm:cxn modelId="{8D429C96-BF7B-4CF4-9779-ACC8FAEA94DF}" srcId="{BBF1205E-D301-4BA1-A56B-A0837F4CD157}" destId="{62699497-7E3D-4392-AE66-A3F5CB5C3B09}" srcOrd="1" destOrd="0" parTransId="{E6A2D94A-DF26-45FA-952F-9F5FE94D7887}" sibTransId="{12984FDA-C0FC-49D3-A477-7C12DAEAA50C}"/>
    <dgm:cxn modelId="{3CD80497-91D2-4A7C-902D-29FBAEAD0C93}" srcId="{3C319EBE-1E35-4AED-8473-080EBB1AF823}" destId="{BBF1205E-D301-4BA1-A56B-A0837F4CD157}" srcOrd="0" destOrd="0" parTransId="{08166075-5DC3-4B29-BC48-9F711BA4F32D}" sibTransId="{F96A7240-B9B2-4035-9300-0595E0E907C8}"/>
    <dgm:cxn modelId="{4BC00AA9-DC4C-4FA8-B1C7-30C96866E671}" type="presOf" srcId="{09600F83-1907-4592-B794-8990B2212766}" destId="{7A4671BE-5C44-4AD6-98E9-93C870EB6E36}" srcOrd="0" destOrd="0" presId="urn:microsoft.com/office/officeart/2005/8/layout/radial5"/>
    <dgm:cxn modelId="{E10509AA-F9A5-4901-B5DE-BBA312062F63}" type="presOf" srcId="{6D416E46-5C89-4E9C-A0FF-35AEE4018D80}" destId="{EAA2F93B-3E42-4A35-BEAE-6FA3853BC08D}" srcOrd="1" destOrd="0" presId="urn:microsoft.com/office/officeart/2005/8/layout/radial5"/>
    <dgm:cxn modelId="{67352EB2-988A-4A1A-8D73-6095524718DC}" srcId="{BBF1205E-D301-4BA1-A56B-A0837F4CD157}" destId="{742E45D4-1A59-4D36-B18F-8912CDEBEC08}" srcOrd="5" destOrd="0" parTransId="{6D416E46-5C89-4E9C-A0FF-35AEE4018D80}" sibTransId="{7BACBCC7-E50A-423D-9932-99193055C115}"/>
    <dgm:cxn modelId="{15DFC0C4-45A7-4DCF-A21F-E98CAA56B2AC}" type="presOf" srcId="{A9FD6B7B-CAE8-482A-8285-EEF9DE9B4603}" destId="{707D5B20-12DF-4656-8EEF-972420F75F55}" srcOrd="0" destOrd="0" presId="urn:microsoft.com/office/officeart/2005/8/layout/radial5"/>
    <dgm:cxn modelId="{46C3CDCF-00A5-41CD-97CA-0170389B224C}" type="presOf" srcId="{3C319EBE-1E35-4AED-8473-080EBB1AF823}" destId="{CCEFDBC8-3207-49F6-93C6-8C840F02A4E5}" srcOrd="0" destOrd="0" presId="urn:microsoft.com/office/officeart/2005/8/layout/radial5"/>
    <dgm:cxn modelId="{ED39A0E7-51C6-4A97-8A7A-DC302F0D851A}" type="presOf" srcId="{6D416E46-5C89-4E9C-A0FF-35AEE4018D80}" destId="{7C232C14-1C7D-4332-AF43-BA1216E7090C}" srcOrd="0" destOrd="0" presId="urn:microsoft.com/office/officeart/2005/8/layout/radial5"/>
    <dgm:cxn modelId="{C05E90ED-5B8B-4B67-8664-4D6114D64721}" type="presOf" srcId="{742E45D4-1A59-4D36-B18F-8912CDEBEC08}" destId="{6961A972-A425-4454-AF8B-4866B17F336F}" srcOrd="0" destOrd="0" presId="urn:microsoft.com/office/officeart/2005/8/layout/radial5"/>
    <dgm:cxn modelId="{72A66AF0-4C42-4C41-93FF-7D7DBDC1BB12}" type="presOf" srcId="{BBF1205E-D301-4BA1-A56B-A0837F4CD157}" destId="{3531AB3B-6AA7-4E78-9753-54E62928BECB}" srcOrd="0" destOrd="0" presId="urn:microsoft.com/office/officeart/2005/8/layout/radial5"/>
    <dgm:cxn modelId="{09A582FB-1F10-4AB2-B002-6466E03961BF}" srcId="{BBF1205E-D301-4BA1-A56B-A0837F4CD157}" destId="{4513387B-A277-480A-A000-012D11D4998B}" srcOrd="6" destOrd="0" parTransId="{F80588B5-19A3-4B0A-B919-391A47613975}" sibTransId="{53584AB4-B7A1-4457-9AE8-54046BA99F11}"/>
    <dgm:cxn modelId="{46B59BC8-6323-4859-AED5-4BA8406A9CF5}" type="presParOf" srcId="{CCEFDBC8-3207-49F6-93C6-8C840F02A4E5}" destId="{3531AB3B-6AA7-4E78-9753-54E62928BECB}" srcOrd="0" destOrd="0" presId="urn:microsoft.com/office/officeart/2005/8/layout/radial5"/>
    <dgm:cxn modelId="{D7FDA088-24DF-4125-8F15-C4D2D38E6FB1}" type="presParOf" srcId="{CCEFDBC8-3207-49F6-93C6-8C840F02A4E5}" destId="{E6E593DC-9851-43E6-93C2-7B7816268C57}" srcOrd="1" destOrd="0" presId="urn:microsoft.com/office/officeart/2005/8/layout/radial5"/>
    <dgm:cxn modelId="{BC75661E-4728-4FA9-B933-B55C0A99643A}" type="presParOf" srcId="{E6E593DC-9851-43E6-93C2-7B7816268C57}" destId="{A6C510A0-2444-474F-8F7F-CD01E8F559F6}" srcOrd="0" destOrd="0" presId="urn:microsoft.com/office/officeart/2005/8/layout/radial5"/>
    <dgm:cxn modelId="{FC0D624A-1C7B-4FD3-96B6-9D41EBAA0956}" type="presParOf" srcId="{CCEFDBC8-3207-49F6-93C6-8C840F02A4E5}" destId="{D85F7CF6-A9F9-4B3D-8CEF-B156BF0480C0}" srcOrd="2" destOrd="0" presId="urn:microsoft.com/office/officeart/2005/8/layout/radial5"/>
    <dgm:cxn modelId="{C12E8660-4392-4569-B782-EA825D95984A}" type="presParOf" srcId="{CCEFDBC8-3207-49F6-93C6-8C840F02A4E5}" destId="{A121A582-35B1-4282-A72C-3395327A2201}" srcOrd="3" destOrd="0" presId="urn:microsoft.com/office/officeart/2005/8/layout/radial5"/>
    <dgm:cxn modelId="{1635D583-2E4E-423D-B5A3-B1C7F5FECC46}" type="presParOf" srcId="{A121A582-35B1-4282-A72C-3395327A2201}" destId="{8556557A-B20D-4AD3-B971-6484D3095F5B}" srcOrd="0" destOrd="0" presId="urn:microsoft.com/office/officeart/2005/8/layout/radial5"/>
    <dgm:cxn modelId="{2243375D-9C30-40E1-87D2-D2484578B6F5}" type="presParOf" srcId="{CCEFDBC8-3207-49F6-93C6-8C840F02A4E5}" destId="{A49B5E50-1167-4E84-840C-399DA9B554B0}" srcOrd="4" destOrd="0" presId="urn:microsoft.com/office/officeart/2005/8/layout/radial5"/>
    <dgm:cxn modelId="{BEF22547-3682-480E-BD28-BE489BCAB486}" type="presParOf" srcId="{CCEFDBC8-3207-49F6-93C6-8C840F02A4E5}" destId="{DA4AA092-063C-46DE-B785-C5CDF6E01DA9}" srcOrd="5" destOrd="0" presId="urn:microsoft.com/office/officeart/2005/8/layout/radial5"/>
    <dgm:cxn modelId="{C0213517-AA15-4CCA-A936-D6E6238C051E}" type="presParOf" srcId="{DA4AA092-063C-46DE-B785-C5CDF6E01DA9}" destId="{9886BF28-6322-4B9F-BD66-938DF1A26D2D}" srcOrd="0" destOrd="0" presId="urn:microsoft.com/office/officeart/2005/8/layout/radial5"/>
    <dgm:cxn modelId="{EE910690-60FB-44AF-BD94-DBC5036201EE}" type="presParOf" srcId="{CCEFDBC8-3207-49F6-93C6-8C840F02A4E5}" destId="{7A4671BE-5C44-4AD6-98E9-93C870EB6E36}" srcOrd="6" destOrd="0" presId="urn:microsoft.com/office/officeart/2005/8/layout/radial5"/>
    <dgm:cxn modelId="{2368D0D3-2213-4408-9ABC-CA3042D4F489}" type="presParOf" srcId="{CCEFDBC8-3207-49F6-93C6-8C840F02A4E5}" destId="{707D5B20-12DF-4656-8EEF-972420F75F55}" srcOrd="7" destOrd="0" presId="urn:microsoft.com/office/officeart/2005/8/layout/radial5"/>
    <dgm:cxn modelId="{6406392E-C320-4624-8AA2-B87E1FF3BE90}" type="presParOf" srcId="{707D5B20-12DF-4656-8EEF-972420F75F55}" destId="{EA3D9EB3-7642-46B5-87A0-DD60ACF146A3}" srcOrd="0" destOrd="0" presId="urn:microsoft.com/office/officeart/2005/8/layout/radial5"/>
    <dgm:cxn modelId="{9DA6BD48-760F-4948-BF77-7203FF7AD9F8}" type="presParOf" srcId="{CCEFDBC8-3207-49F6-93C6-8C840F02A4E5}" destId="{255DAE53-A50A-415B-A9B4-E313DCD49E1E}" srcOrd="8" destOrd="0" presId="urn:microsoft.com/office/officeart/2005/8/layout/radial5"/>
    <dgm:cxn modelId="{20D2014C-F430-4D26-93A1-4BA254B88F98}" type="presParOf" srcId="{CCEFDBC8-3207-49F6-93C6-8C840F02A4E5}" destId="{03BB3867-8A7E-4154-9276-5A467DFEE314}" srcOrd="9" destOrd="0" presId="urn:microsoft.com/office/officeart/2005/8/layout/radial5"/>
    <dgm:cxn modelId="{A13B8E4B-026D-46F6-83D1-CEB849B4002F}" type="presParOf" srcId="{03BB3867-8A7E-4154-9276-5A467DFEE314}" destId="{3A4057A0-67B5-4B03-8D38-3BF59FA22B53}" srcOrd="0" destOrd="0" presId="urn:microsoft.com/office/officeart/2005/8/layout/radial5"/>
    <dgm:cxn modelId="{7AE97D36-3D17-47A2-A4A8-6B0A381A46D9}" type="presParOf" srcId="{CCEFDBC8-3207-49F6-93C6-8C840F02A4E5}" destId="{3161C525-2040-43D5-84E4-63908CE8BDE3}" srcOrd="10" destOrd="0" presId="urn:microsoft.com/office/officeart/2005/8/layout/radial5"/>
    <dgm:cxn modelId="{B9B67E79-D73A-4243-AB6B-9FD11F6A979F}" type="presParOf" srcId="{CCEFDBC8-3207-49F6-93C6-8C840F02A4E5}" destId="{7C232C14-1C7D-4332-AF43-BA1216E7090C}" srcOrd="11" destOrd="0" presId="urn:microsoft.com/office/officeart/2005/8/layout/radial5"/>
    <dgm:cxn modelId="{B3B075AB-D72C-4B60-8109-80462C203A04}" type="presParOf" srcId="{7C232C14-1C7D-4332-AF43-BA1216E7090C}" destId="{EAA2F93B-3E42-4A35-BEAE-6FA3853BC08D}" srcOrd="0" destOrd="0" presId="urn:microsoft.com/office/officeart/2005/8/layout/radial5"/>
    <dgm:cxn modelId="{FB3DDED1-5AE8-4425-8F0B-D39E30BAC1F1}" type="presParOf" srcId="{CCEFDBC8-3207-49F6-93C6-8C840F02A4E5}" destId="{6961A972-A425-4454-AF8B-4866B17F336F}" srcOrd="12" destOrd="0" presId="urn:microsoft.com/office/officeart/2005/8/layout/radial5"/>
    <dgm:cxn modelId="{76213B60-57C8-4384-981D-967413C1E4BA}" type="presParOf" srcId="{CCEFDBC8-3207-49F6-93C6-8C840F02A4E5}" destId="{5A7302C5-5994-4F34-A50B-C21729A260F3}" srcOrd="13" destOrd="0" presId="urn:microsoft.com/office/officeart/2005/8/layout/radial5"/>
    <dgm:cxn modelId="{22EA032E-A06E-49D1-B5C1-62924ECE2D31}" type="presParOf" srcId="{5A7302C5-5994-4F34-A50B-C21729A260F3}" destId="{3058C715-0BD2-4D58-BFCF-8B26249A983C}" srcOrd="0" destOrd="0" presId="urn:microsoft.com/office/officeart/2005/8/layout/radial5"/>
    <dgm:cxn modelId="{BF0239D6-4D2A-4102-8805-69BB52F6C183}" type="presParOf" srcId="{CCEFDBC8-3207-49F6-93C6-8C840F02A4E5}" destId="{943F4DC1-A2D8-441F-AD2D-D2AC10586AE8}" srcOrd="14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31AB3B-6AA7-4E78-9753-54E62928BECB}">
      <dsp:nvSpPr>
        <dsp:cNvPr id="0" name=""/>
        <dsp:cNvSpPr/>
      </dsp:nvSpPr>
      <dsp:spPr>
        <a:xfrm>
          <a:off x="2200442" y="1616354"/>
          <a:ext cx="1242830" cy="1242830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3300" kern="1200" dirty="0"/>
            <a:t>強み</a:t>
          </a:r>
        </a:p>
      </dsp:txBody>
      <dsp:txXfrm>
        <a:off x="2382450" y="1798362"/>
        <a:ext cx="878814" cy="878814"/>
      </dsp:txXfrm>
    </dsp:sp>
    <dsp:sp modelId="{E6E593DC-9851-43E6-93C2-7B7816268C57}">
      <dsp:nvSpPr>
        <dsp:cNvPr id="0" name=""/>
        <dsp:cNvSpPr/>
      </dsp:nvSpPr>
      <dsp:spPr>
        <a:xfrm rot="16200000">
          <a:off x="2690522" y="1164703"/>
          <a:ext cx="262671" cy="422562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2729923" y="1288616"/>
        <a:ext cx="183870" cy="253538"/>
      </dsp:txXfrm>
    </dsp:sp>
    <dsp:sp modelId="{D85F7CF6-A9F9-4B3D-8CEF-B156BF0480C0}">
      <dsp:nvSpPr>
        <dsp:cNvPr id="0" name=""/>
        <dsp:cNvSpPr/>
      </dsp:nvSpPr>
      <dsp:spPr>
        <a:xfrm>
          <a:off x="2262584" y="2200"/>
          <a:ext cx="1118547" cy="1118547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altLang="en-US" sz="1500" kern="1200" dirty="0"/>
            <a:t>向上心</a:t>
          </a:r>
        </a:p>
      </dsp:txBody>
      <dsp:txXfrm>
        <a:off x="2426391" y="166007"/>
        <a:ext cx="790933" cy="790933"/>
      </dsp:txXfrm>
    </dsp:sp>
    <dsp:sp modelId="{A121A582-35B1-4282-A72C-3395327A2201}">
      <dsp:nvSpPr>
        <dsp:cNvPr id="0" name=""/>
        <dsp:cNvSpPr/>
      </dsp:nvSpPr>
      <dsp:spPr>
        <a:xfrm rot="19285714">
          <a:off x="3364292" y="1489174"/>
          <a:ext cx="262671" cy="422562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3372888" y="1598252"/>
        <a:ext cx="183870" cy="253538"/>
      </dsp:txXfrm>
    </dsp:sp>
    <dsp:sp modelId="{A49B5E50-1167-4E84-840C-399DA9B554B0}">
      <dsp:nvSpPr>
        <dsp:cNvPr id="0" name=""/>
        <dsp:cNvSpPr/>
      </dsp:nvSpPr>
      <dsp:spPr>
        <a:xfrm>
          <a:off x="3573164" y="633342"/>
          <a:ext cx="1118547" cy="1118547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500" kern="1200" dirty="0"/>
            <a:t>ポジティブ思考</a:t>
          </a:r>
          <a:endParaRPr kumimoji="1" lang="ja-JP" altLang="en-US" sz="1500" kern="1200" dirty="0"/>
        </a:p>
      </dsp:txBody>
      <dsp:txXfrm>
        <a:off x="3736971" y="797149"/>
        <a:ext cx="790933" cy="790933"/>
      </dsp:txXfrm>
    </dsp:sp>
    <dsp:sp modelId="{DA4AA092-063C-46DE-B785-C5CDF6E01DA9}">
      <dsp:nvSpPr>
        <dsp:cNvPr id="0" name=""/>
        <dsp:cNvSpPr/>
      </dsp:nvSpPr>
      <dsp:spPr>
        <a:xfrm rot="771429">
          <a:off x="3530699" y="2218253"/>
          <a:ext cx="262671" cy="422562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3531687" y="2293998"/>
        <a:ext cx="183870" cy="253538"/>
      </dsp:txXfrm>
    </dsp:sp>
    <dsp:sp modelId="{7A4671BE-5C44-4AD6-98E9-93C870EB6E36}">
      <dsp:nvSpPr>
        <dsp:cNvPr id="0" name=""/>
        <dsp:cNvSpPr/>
      </dsp:nvSpPr>
      <dsp:spPr>
        <a:xfrm>
          <a:off x="3896851" y="2051506"/>
          <a:ext cx="1118547" cy="1118547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ja-JP" sz="1500" kern="1200" dirty="0"/>
            <a:t>新しいことへの関心</a:t>
          </a:r>
          <a:endParaRPr kumimoji="1" lang="ja-JP" altLang="en-US" sz="1500" kern="1200" dirty="0"/>
        </a:p>
      </dsp:txBody>
      <dsp:txXfrm>
        <a:off x="4060658" y="2215313"/>
        <a:ext cx="790933" cy="790933"/>
      </dsp:txXfrm>
    </dsp:sp>
    <dsp:sp modelId="{707D5B20-12DF-4656-8EEF-972420F75F55}">
      <dsp:nvSpPr>
        <dsp:cNvPr id="0" name=""/>
        <dsp:cNvSpPr/>
      </dsp:nvSpPr>
      <dsp:spPr>
        <a:xfrm rot="3857143">
          <a:off x="3064436" y="2802928"/>
          <a:ext cx="262671" cy="422562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>
        <a:off x="3086741" y="2851941"/>
        <a:ext cx="183870" cy="253538"/>
      </dsp:txXfrm>
    </dsp:sp>
    <dsp:sp modelId="{255DAE53-A50A-415B-A9B4-E313DCD49E1E}">
      <dsp:nvSpPr>
        <dsp:cNvPr id="0" name=""/>
        <dsp:cNvSpPr/>
      </dsp:nvSpPr>
      <dsp:spPr>
        <a:xfrm>
          <a:off x="2989901" y="3188785"/>
          <a:ext cx="1118547" cy="1118547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ja-JP" sz="1500" kern="1200" dirty="0"/>
            <a:t>責任感</a:t>
          </a:r>
          <a:endParaRPr kumimoji="1" lang="ja-JP" altLang="en-US" sz="1500" kern="1200" dirty="0"/>
        </a:p>
      </dsp:txBody>
      <dsp:txXfrm>
        <a:off x="3153708" y="3352592"/>
        <a:ext cx="790933" cy="790933"/>
      </dsp:txXfrm>
    </dsp:sp>
    <dsp:sp modelId="{03BB3867-8A7E-4154-9276-5A467DFEE314}">
      <dsp:nvSpPr>
        <dsp:cNvPr id="0" name=""/>
        <dsp:cNvSpPr/>
      </dsp:nvSpPr>
      <dsp:spPr>
        <a:xfrm rot="6942857">
          <a:off x="2316608" y="2802928"/>
          <a:ext cx="262671" cy="422562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 rot="10800000">
        <a:off x="2373104" y="2851941"/>
        <a:ext cx="183870" cy="253538"/>
      </dsp:txXfrm>
    </dsp:sp>
    <dsp:sp modelId="{3161C525-2040-43D5-84E4-63908CE8BDE3}">
      <dsp:nvSpPr>
        <dsp:cNvPr id="0" name=""/>
        <dsp:cNvSpPr/>
      </dsp:nvSpPr>
      <dsp:spPr>
        <a:xfrm>
          <a:off x="1535267" y="3188785"/>
          <a:ext cx="1118547" cy="1118547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ja-JP" sz="1500" kern="1200" dirty="0"/>
            <a:t>吸収力</a:t>
          </a:r>
          <a:endParaRPr kumimoji="1" lang="ja-JP" altLang="en-US" sz="1500" kern="1200" dirty="0"/>
        </a:p>
      </dsp:txBody>
      <dsp:txXfrm>
        <a:off x="1699074" y="3352592"/>
        <a:ext cx="790933" cy="790933"/>
      </dsp:txXfrm>
    </dsp:sp>
    <dsp:sp modelId="{7C232C14-1C7D-4332-AF43-BA1216E7090C}">
      <dsp:nvSpPr>
        <dsp:cNvPr id="0" name=""/>
        <dsp:cNvSpPr/>
      </dsp:nvSpPr>
      <dsp:spPr>
        <a:xfrm rot="10028571">
          <a:off x="1850344" y="2218253"/>
          <a:ext cx="262671" cy="422562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 rot="10800000">
        <a:off x="1928157" y="2293998"/>
        <a:ext cx="183870" cy="253538"/>
      </dsp:txXfrm>
    </dsp:sp>
    <dsp:sp modelId="{6961A972-A425-4454-AF8B-4866B17F336F}">
      <dsp:nvSpPr>
        <dsp:cNvPr id="0" name=""/>
        <dsp:cNvSpPr/>
      </dsp:nvSpPr>
      <dsp:spPr>
        <a:xfrm>
          <a:off x="628317" y="2051506"/>
          <a:ext cx="1118547" cy="1118547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ja-JP" sz="1500" kern="1200" dirty="0"/>
            <a:t>適応力</a:t>
          </a:r>
          <a:endParaRPr kumimoji="1" lang="ja-JP" altLang="en-US" sz="1500" kern="1200" dirty="0"/>
        </a:p>
      </dsp:txBody>
      <dsp:txXfrm>
        <a:off x="792124" y="2215313"/>
        <a:ext cx="790933" cy="790933"/>
      </dsp:txXfrm>
    </dsp:sp>
    <dsp:sp modelId="{5A7302C5-5994-4F34-A50B-C21729A260F3}">
      <dsp:nvSpPr>
        <dsp:cNvPr id="0" name=""/>
        <dsp:cNvSpPr/>
      </dsp:nvSpPr>
      <dsp:spPr>
        <a:xfrm rot="13114286">
          <a:off x="2016752" y="1489174"/>
          <a:ext cx="262671" cy="422562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kumimoji="1" lang="ja-JP" altLang="en-US" sz="1300" kern="1200"/>
        </a:p>
      </dsp:txBody>
      <dsp:txXfrm rot="10800000">
        <a:off x="2086957" y="1598252"/>
        <a:ext cx="183870" cy="253538"/>
      </dsp:txXfrm>
    </dsp:sp>
    <dsp:sp modelId="{943F4DC1-A2D8-441F-AD2D-D2AC10586AE8}">
      <dsp:nvSpPr>
        <dsp:cNvPr id="0" name=""/>
        <dsp:cNvSpPr/>
      </dsp:nvSpPr>
      <dsp:spPr>
        <a:xfrm>
          <a:off x="952004" y="633342"/>
          <a:ext cx="1118547" cy="1118547"/>
        </a:xfrm>
        <a:prstGeom prst="ellipse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ja-JP" sz="1500" kern="1200" dirty="0"/>
            <a:t>探究心</a:t>
          </a:r>
          <a:endParaRPr kumimoji="1" lang="ja-JP" altLang="en-US" sz="1500" kern="1200" dirty="0"/>
        </a:p>
      </dsp:txBody>
      <dsp:txXfrm>
        <a:off x="1115811" y="797149"/>
        <a:ext cx="790933" cy="790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/>
            </a:lvl1pPr>
          </a:lstStyle>
          <a:p>
            <a:pPr rtl="0"/>
            <a:fld id="{33FDDF98-60CF-4C60-A877-EA7D7DF67793}" type="datetime1">
              <a:rPr lang="ja-JP" altLang="en-US" smtClean="0">
                <a:latin typeface="Meiryo UI" panose="020B0604030504040204" pitchFamily="50" charset="-128"/>
                <a:ea typeface="Meiryo UI" panose="020B0604030504040204" pitchFamily="50" charset="-128"/>
              </a:rPr>
              <a:t>2026/9/15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/>
            </a:lvl1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/>
            </a:lvl1pPr>
          </a:lstStyle>
          <a:p>
            <a:pPr rtl="0"/>
            <a:fld id="{EF757874-EF65-4B61-B062-40C932C81294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‹#›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739178C6-0FD6-430E-9B41-9AAC553EE7FA}" type="datetime1">
              <a:rPr lang="ja-JP" altLang="en-US" smtClean="0">
                <a:ea typeface="Meiryo UI" panose="020B0604030504040204" pitchFamily="50" charset="-128"/>
              </a:rPr>
              <a:t>2026/9/15</a:t>
            </a:fld>
            <a:endParaRPr dirty="0">
              <a:ea typeface="Meiryo UI" panose="020B0604030504040204" pitchFamily="50" charset="-128"/>
            </a:endParaRPr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ja-JP"/>
            </a:defPPr>
          </a:lstStyle>
          <a:p>
            <a:pPr rtl="0"/>
            <a:endParaRPr lang="ja-JP" noProof="0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ja-JP"/>
            </a:defPPr>
          </a:lstStyle>
          <a:p>
            <a:pPr lvl="0" rtl="0"/>
            <a:r>
              <a:rPr lang="ja-JP" noProof="0" dirty="0"/>
              <a:t>クリックしてマスター テキストのスタイルを編集</a:t>
            </a:r>
          </a:p>
          <a:p>
            <a:pPr lvl="1" rtl="0"/>
            <a:r>
              <a:rPr lang="ja-JP" noProof="0" dirty="0"/>
              <a:t>第 2 レベル</a:t>
            </a:r>
          </a:p>
          <a:p>
            <a:pPr lvl="2" rtl="0"/>
            <a:r>
              <a:rPr lang="ja-JP" noProof="0" dirty="0"/>
              <a:t>第 3 レベル</a:t>
            </a:r>
          </a:p>
          <a:p>
            <a:pPr lvl="3" rtl="0"/>
            <a:r>
              <a:rPr lang="ja-JP" noProof="0" dirty="0"/>
              <a:t>第 4 レベル</a:t>
            </a:r>
          </a:p>
          <a:p>
            <a:pPr lvl="4" rtl="0"/>
            <a:r>
              <a:rPr lang="ja-JP" noProof="0" dirty="0"/>
              <a:t>第 5 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dirty="0">
              <a:ea typeface="Meiryo UI" panose="020B0604030504040204" pitchFamily="50" charset="-128"/>
            </a:endParaRPr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ja-JP" sz="12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6937E2AA-278D-0B48-A5DE-00B1FC5BDAF9}" type="slidenum">
              <a:rPr lang="en-US" altLang="ja-JP" smtClean="0"/>
              <a:pPr/>
              <a:t>‹#›</a:t>
            </a:fld>
            <a:endParaRPr lang="en-US" altLang="en-US" dirty="0"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655931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1pPr>
    <a:lvl2pPr marL="4572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2pPr>
    <a:lvl3pPr marL="9144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3pPr>
    <a:lvl4pPr marL="13716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4pPr>
    <a:lvl5pPr marL="1828800" algn="l" defTabSz="914400" rtl="0" eaLnBrk="1" latinLnBrk="0" hangingPunct="1">
      <a:defRPr lang="ja-JP" sz="1200" kern="1200">
        <a:solidFill>
          <a:schemeClr val="tx1"/>
        </a:solidFill>
        <a:latin typeface="Meiryo UI" panose="020B0604030504040204" pitchFamily="50" charset="-128"/>
        <a:ea typeface="Meiryo UI" panose="020B0604030504040204" pitchFamily="50" charset="-128"/>
        <a:cs typeface="+mn-cs"/>
      </a:defRPr>
    </a:lvl5pPr>
    <a:lvl6pPr marL="22860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6pPr>
    <a:lvl7pPr marL="27432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7pPr>
    <a:lvl8pPr marL="32004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8pPr>
    <a:lvl9pPr marL="3657600" algn="l" defTabSz="914400" rtl="0" eaLnBrk="1" latinLnBrk="0" hangingPunct="1">
      <a:defRPr lang="ja-JP" sz="1200" kern="1200">
        <a:solidFill>
          <a:schemeClr val="tx1"/>
        </a:solidFill>
        <a:latin typeface="+mn-ea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38186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noProof="0" smtClean="0">
                <a:latin typeface="Meiryo UI" panose="020B0604030504040204" pitchFamily="50" charset="-128"/>
                <a:ea typeface="Meiryo UI" panose="020B0604030504040204" pitchFamily="50" charset="-128"/>
              </a:rPr>
              <a:t>2</a:t>
            </a:fld>
            <a:endParaRPr lang="ja-JP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23399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noProof="0" smtClean="0">
                <a:latin typeface="Meiryo UI" panose="020B0604030504040204" pitchFamily="50" charset="-128"/>
                <a:ea typeface="Meiryo UI" panose="020B0604030504040204" pitchFamily="50" charset="-128"/>
              </a:rPr>
              <a:t>3</a:t>
            </a:fld>
            <a:endParaRPr lang="ja-JP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60104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722720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5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10311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6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34077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7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9163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8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069323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9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75888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10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928643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11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474920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12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621868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0C8C2-3A96-663F-3C0E-D332B01B9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ED5FF88-48BC-E9B8-0137-671E357D07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E1F33BC-83A0-5A3B-3FFE-DC7E5C7766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F4D2511-8146-0AF7-7618-10CF82724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13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5927429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6937E2AA-278D-0B48-A5DE-00B1FC5BDAF9}" type="slidenum">
              <a:rPr lang="en-US" altLang="ja-JP" smtClean="0">
                <a:latin typeface="Meiryo UI" panose="020B0604030504040204" pitchFamily="50" charset="-128"/>
                <a:ea typeface="Meiryo UI" panose="020B0604030504040204" pitchFamily="50" charset="-128"/>
              </a:rPr>
              <a:t>14</a:t>
            </a:fld>
            <a:endParaRPr lang="ja-JP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37830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プレースホルダー 8">
            <a:extLst>
              <a:ext uri="{FF2B5EF4-FFF2-40B4-BE49-F238E27FC236}">
                <a16:creationId xmlns:a16="http://schemas.microsoft.com/office/drawing/2014/main" id="{D56268A4-B555-72BE-6160-318763ECAA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7" name="長方形 6">
            <a:extLst>
              <a:ext uri="{FF2B5EF4-FFF2-40B4-BE49-F238E27FC236}">
                <a16:creationId xmlns:a16="http://schemas.microsoft.com/office/drawing/2014/main" id="{12D44DBA-D665-923B-A38C-C68A9C039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rtlCol="0" anchor="ctr" anchorCtr="0">
            <a:noAutofit/>
          </a:bodyPr>
          <a:lstStyle>
            <a:lvl1pPr algn="ctr"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コンテン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38">
            <a:extLst>
              <a:ext uri="{FF2B5EF4-FFF2-40B4-BE49-F238E27FC236}">
                <a16:creationId xmlns:a16="http://schemas.microsoft.com/office/drawing/2014/main" id="{31550E6E-10D6-E75A-F6B1-8800DAC2CB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2" b="780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3038" y="1457865"/>
            <a:ext cx="3200400" cy="4580626"/>
          </a:xfrm>
        </p:spPr>
        <p:txBody>
          <a:bodyPr rtlCol="0" anchor="t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6287" y="1457864"/>
            <a:ext cx="4986068" cy="4580627"/>
          </a:xfrm>
        </p:spPr>
        <p:txBody>
          <a:bodyPr tIns="45720" rtlCol="0"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  <a:defRPr lang="ja-JP" sz="2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defRPr lang="ja-JP" sz="16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279984D-75BE-42DC-A690-89EB5F6B0EE7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8">
            <a:extLst>
              <a:ext uri="{FF2B5EF4-FFF2-40B4-BE49-F238E27FC236}">
                <a16:creationId xmlns:a16="http://schemas.microsoft.com/office/drawing/2014/main" id="{61F88592-24FD-96EC-ADB3-C0B7682D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タイトル 1">
            <a:extLst>
              <a:ext uri="{FF2B5EF4-FFF2-40B4-BE49-F238E27FC236}">
                <a16:creationId xmlns:a16="http://schemas.microsoft.com/office/drawing/2014/main" id="{076C4EAC-BBDE-1963-BD72-3BD2A47DC59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lIns="274320" rIns="274320" rtlCol="0" anchor="ctr">
            <a:noAutofit/>
          </a:bodyPr>
          <a:lstStyle>
            <a:lvl1pPr algn="ctr">
              <a:defRPr lang="ja-JP" sz="44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8" name="図プレースホルダー 7">
            <a:extLst>
              <a:ext uri="{FF2B5EF4-FFF2-40B4-BE49-F238E27FC236}">
                <a16:creationId xmlns:a16="http://schemas.microsoft.com/office/drawing/2014/main" id="{E592AF4F-2F83-7005-B3AC-6FCC7FB1914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84424" y="787077"/>
            <a:ext cx="5166167" cy="5289631"/>
          </a:xfrm>
          <a:solidFill>
            <a:schemeClr val="bg1">
              <a:alpha val="95000"/>
            </a:schemeClr>
          </a:solidFill>
        </p:spPr>
        <p:txBody>
          <a:bodyPr rtlCol="0">
            <a:noAutofit/>
          </a:bodyPr>
          <a:lstStyle>
            <a:lvl1pPr marL="342900" indent="-342900" algn="ctr">
              <a:buFont typeface="Arial" panose="020B0604020202020204" pitchFamily="34" charset="0"/>
              <a:buChar char="•"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ja-JP"/>
            </a:pPr>
            <a:r>
              <a:rPr lang="ja-JP" altLang="en-US" noProof="0" dirty="0"/>
              <a:t>アイコンをクリックして画像を追加</a:t>
            </a:r>
          </a:p>
          <a:p>
            <a:pPr rtl="0"/>
            <a:endParaRPr lang="ja-JP" altLang="en-US" noProof="0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03D48378-729E-420C-87BB-BB542F28D82A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 + 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13">
            <a:extLst>
              <a:ext uri="{FF2B5EF4-FFF2-40B4-BE49-F238E27FC236}">
                <a16:creationId xmlns:a16="http://schemas.microsoft.com/office/drawing/2014/main" id="{BD017017-3234-8C24-B9FC-80FB1120D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1" name="長方形 10">
            <a:extLst>
              <a:ext uri="{FF2B5EF4-FFF2-40B4-BE49-F238E27FC236}">
                <a16:creationId xmlns:a16="http://schemas.microsoft.com/office/drawing/2014/main" id="{CC226FA8-C264-7189-EEA0-526400907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6135" y="1124887"/>
            <a:ext cx="4480560" cy="2352356"/>
          </a:xfrm>
        </p:spPr>
        <p:txBody>
          <a:bodyPr rtlCol="0" anchor="b">
            <a:noAutofit/>
          </a:bodyPr>
          <a:lstStyle>
            <a:lvl1pPr algn="l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96135" y="3571197"/>
            <a:ext cx="4476967" cy="2123547"/>
          </a:xfrm>
        </p:spPr>
        <p:txBody>
          <a:bodyPr rtlCol="0">
            <a:noAutofit/>
          </a:bodyPr>
          <a:lstStyle>
            <a:lvl1pPr marL="0" indent="0" algn="l">
              <a:buNone/>
              <a:defRPr lang="ja-JP" sz="2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sp>
        <p:nvSpPr>
          <p:cNvPr id="7" name="図プレースホルダー 7">
            <a:extLst>
              <a:ext uri="{FF2B5EF4-FFF2-40B4-BE49-F238E27FC236}">
                <a16:creationId xmlns:a16="http://schemas.microsoft.com/office/drawing/2014/main" id="{AA872EE9-FDFB-95A7-3547-DCAA0B51FE2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29545" y="1148037"/>
            <a:ext cx="4365199" cy="4546707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5F75D4A0-9F54-47CA-9171-DCDE176FB6C9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7">
            <a:extLst>
              <a:ext uri="{FF2B5EF4-FFF2-40B4-BE49-F238E27FC236}">
                <a16:creationId xmlns:a16="http://schemas.microsoft.com/office/drawing/2014/main" id="{28B211FD-99D2-B373-669F-6E0F8E5B3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長方形 7">
            <a:extLst>
              <a:ext uri="{FF2B5EF4-FFF2-40B4-BE49-F238E27FC236}">
                <a16:creationId xmlns:a16="http://schemas.microsoft.com/office/drawing/2014/main" id="{C4079EDA-1B98-E3C1-23AD-7FB6F39FE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16598" y="995425"/>
            <a:ext cx="8958805" cy="1077230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9" name="コンテンツ プレースホルダー 2">
            <a:extLst>
              <a:ext uri="{FF2B5EF4-FFF2-40B4-BE49-F238E27FC236}">
                <a16:creationId xmlns:a16="http://schemas.microsoft.com/office/drawing/2014/main" id="{76BDAEBE-3A0C-BBCD-A1F0-E1F1E07000E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1616599" y="2257061"/>
            <a:ext cx="8958804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843E5E79-B898-4629-B7A0-A266002FA2C3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+ 画像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プレースホルダー 5">
            <a:extLst>
              <a:ext uri="{FF2B5EF4-FFF2-40B4-BE49-F238E27FC236}">
                <a16:creationId xmlns:a16="http://schemas.microsoft.com/office/drawing/2014/main" id="{236F3DDC-7FF8-F6A3-16EA-A01E7F795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タイトル 33">
            <a:extLst>
              <a:ext uri="{FF2B5EF4-FFF2-40B4-BE49-F238E27FC236}">
                <a16:creationId xmlns:a16="http://schemas.microsoft.com/office/drawing/2014/main" id="{E728EBB2-9164-AC06-6682-9505D88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/>
          </p:cNvSpPr>
          <p:nvPr userDrawn="1"/>
        </p:nvSpPr>
        <p:spPr>
          <a:xfrm>
            <a:off x="915924" y="777240"/>
            <a:ext cx="6115497" cy="5303520"/>
          </a:xfrm>
          <a:prstGeom prst="rect">
            <a:avLst/>
          </a:prstGeom>
          <a:solidFill>
            <a:schemeClr val="bg1">
              <a:alpha val="95000"/>
            </a:schemeClr>
          </a:solidFill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ja-JP" sz="4400" kern="1200">
                <a:solidFill>
                  <a:schemeClr val="tx1"/>
                </a:solidFill>
                <a:latin typeface="+mj-ea"/>
                <a:ea typeface="+mj-ea"/>
                <a:cs typeface="+mj-cs"/>
              </a:defRPr>
            </a:lvl1pPr>
          </a:lstStyle>
          <a:p>
            <a:pPr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6937" y="879674"/>
            <a:ext cx="5377406" cy="2550005"/>
          </a:xfrm>
        </p:spPr>
        <p:txBody>
          <a:bodyPr rtlCol="0" anchor="b" anchorCtr="0">
            <a:no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13" name="テキスト プレースホルダー 12">
            <a:extLst>
              <a:ext uri="{FF2B5EF4-FFF2-40B4-BE49-F238E27FC236}">
                <a16:creationId xmlns:a16="http://schemas.microsoft.com/office/drawing/2014/main" id="{53BA3AA6-E309-C0C7-B2C6-3705384B7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17638" y="3576900"/>
            <a:ext cx="4126635" cy="2233613"/>
          </a:xfrm>
        </p:spPr>
        <p:txBody>
          <a:bodyPr rtlCol="0"/>
          <a:lstStyle>
            <a:lvl1pPr marL="0" indent="0">
              <a:buNone/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>
              <a:buNone/>
              <a:defRPr lang="ja-JP"/>
            </a:lvl2pPr>
            <a:lvl3pPr marL="914400" indent="0">
              <a:buNone/>
              <a:defRPr lang="ja-JP"/>
            </a:lvl3pPr>
            <a:lvl4pPr marL="1371600" indent="0">
              <a:buNone/>
              <a:defRPr lang="ja-JP"/>
            </a:lvl4pPr>
            <a:lvl5pPr marL="1828800" indent="0">
              <a:buNone/>
              <a:defRPr lang="ja-JP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D8894BA-A847-4C21-9496-F84E12B7BB92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5">
            <a:extLst>
              <a:ext uri="{FF2B5EF4-FFF2-40B4-BE49-F238E27FC236}">
                <a16:creationId xmlns:a16="http://schemas.microsoft.com/office/drawing/2014/main" id="{540E5FCC-3981-FB51-F0ED-B8BAB5C45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長方形 8">
            <a:extLst>
              <a:ext uri="{FF2B5EF4-FFF2-40B4-BE49-F238E27FC236}">
                <a16:creationId xmlns:a16="http://schemas.microsoft.com/office/drawing/2014/main" id="{3BCE2C9E-7BC3-0EB6-EBE4-26EE33A1F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69357" y="891251"/>
            <a:ext cx="9653286" cy="1158254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D4D8F2BA-B2B3-4E4C-A99B-7BB804DE8FBE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CB36301-48E6-AF64-5055-0CCA79474EA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1400540" y="2257062"/>
            <a:ext cx="406271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5F973906-E48D-CA3F-3E96-205D2E688D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588311" y="2257061"/>
            <a:ext cx="4203151" cy="3541853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段組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44">
            <a:extLst>
              <a:ext uri="{FF2B5EF4-FFF2-40B4-BE49-F238E27FC236}">
                <a16:creationId xmlns:a16="http://schemas.microsoft.com/office/drawing/2014/main" id="{07AB38AA-85DC-3DF3-4ED4-B78FB670FF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9" name="長方形 8">
            <a:extLst>
              <a:ext uri="{FF2B5EF4-FFF2-40B4-BE49-F238E27FC236}">
                <a16:creationId xmlns:a16="http://schemas.microsoft.com/office/drawing/2014/main" id="{8F2DD44F-3200-BF06-94F9-C6A07EA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2361" y="777240"/>
            <a:ext cx="10007278" cy="1283843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47029" y="2261313"/>
            <a:ext cx="3275746" cy="3653350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9144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12965935-D913-4BF3-96A7-58498A8E69E7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C2AA9CA0-D45C-FE27-D4E4-DD219364E4F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150734" y="2261313"/>
            <a:ext cx="5594236" cy="3653350"/>
          </a:xfrm>
        </p:spPr>
        <p:txBody>
          <a:bodyPr rtlCol="0">
            <a:normAutofit/>
          </a:bodyPr>
          <a:lstStyle>
            <a:lvl1pPr marL="0" indent="0">
              <a:spcBef>
                <a:spcPts val="6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+ 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8">
            <a:extLst>
              <a:ext uri="{FF2B5EF4-FFF2-40B4-BE49-F238E27FC236}">
                <a16:creationId xmlns:a16="http://schemas.microsoft.com/office/drawing/2014/main" id="{F1219773-33FA-E4F9-4EAE-0764613F6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長方形 7">
            <a:extLst>
              <a:ext uri="{FF2B5EF4-FFF2-40B4-BE49-F238E27FC236}">
                <a16:creationId xmlns:a16="http://schemas.microsoft.com/office/drawing/2014/main" id="{92817C37-9292-1CF3-6529-DEF7174273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5924" y="777240"/>
            <a:ext cx="10360152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61275" y="1134320"/>
            <a:ext cx="4803494" cy="1956122"/>
          </a:xfrm>
        </p:spPr>
        <p:txBody>
          <a:bodyPr rtlCol="0" anchor="b">
            <a:noAutofit/>
          </a:bodyPr>
          <a:lstStyle>
            <a:lvl1pPr algn="l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サブタイトル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61275" y="3418271"/>
            <a:ext cx="4803494" cy="2305409"/>
          </a:xfrm>
        </p:spPr>
        <p:txBody>
          <a:bodyPr rtlCol="0">
            <a:noAutofit/>
          </a:bodyPr>
          <a:lstStyle>
            <a:lvl1pPr marL="0" indent="0" algn="l">
              <a:spcAft>
                <a:spcPts val="10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 sz="2000"/>
            </a:lvl2pPr>
            <a:lvl3pPr marL="914400" indent="0" algn="ctr">
              <a:buNone/>
              <a:defRPr lang="ja-JP" sz="1800"/>
            </a:lvl3pPr>
            <a:lvl4pPr marL="1371600" indent="0" algn="ctr">
              <a:buNone/>
              <a:defRPr lang="ja-JP" sz="1600"/>
            </a:lvl4pPr>
            <a:lvl5pPr marL="1828800" indent="0" algn="ctr">
              <a:buNone/>
              <a:defRPr lang="ja-JP" sz="1600"/>
            </a:lvl5pPr>
            <a:lvl6pPr marL="2286000" indent="0" algn="ctr">
              <a:buNone/>
              <a:defRPr lang="ja-JP" sz="1600"/>
            </a:lvl6pPr>
            <a:lvl7pPr marL="2743200" indent="0" algn="ctr">
              <a:buNone/>
              <a:defRPr lang="ja-JP" sz="1600"/>
            </a:lvl7pPr>
            <a:lvl8pPr marL="3200400" indent="0" algn="ctr">
              <a:buNone/>
              <a:defRPr lang="ja-JP" sz="1600"/>
            </a:lvl8pPr>
            <a:lvl9pPr marL="3657600" indent="0" algn="ctr">
              <a:buNone/>
              <a:defRPr lang="ja-JP" sz="1600"/>
            </a:lvl9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  <p:sp>
        <p:nvSpPr>
          <p:cNvPr id="12" name="図プレースホルダー 11">
            <a:extLst>
              <a:ext uri="{FF2B5EF4-FFF2-40B4-BE49-F238E27FC236}">
                <a16:creationId xmlns:a16="http://schemas.microsoft.com/office/drawing/2014/main" id="{E5D7B0DF-23EB-406B-9FAA-0182626A919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308563" y="1146638"/>
            <a:ext cx="4389120" cy="4572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20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アイコンをクリックして画像を追加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441B17D3-20DC-443D-B29C-583A064F17BF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+ 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プレースホルダー 64">
            <a:extLst>
              <a:ext uri="{FF2B5EF4-FFF2-40B4-BE49-F238E27FC236}">
                <a16:creationId xmlns:a16="http://schemas.microsoft.com/office/drawing/2014/main" id="{7C62E1FE-8CAE-1FE1-6A91-DFE7F1D87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6219"/>
            <a:ext cx="10389243" cy="1424470"/>
          </a:xfrm>
        </p:spPr>
        <p:txBody>
          <a:bodyPr rtlCol="0" anchor="ctr" anchorCtr="0">
            <a:noAutofit/>
          </a:bodyPr>
          <a:lstStyle>
            <a:lvl1pPr>
              <a:defRPr lang="ja-JP" sz="3600"/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779325"/>
            <a:ext cx="3490732" cy="4297680"/>
          </a:xfrm>
        </p:spPr>
        <p:txBody>
          <a:bodyPr tIns="274320" rtlCol="0">
            <a:normAutofit/>
          </a:bodyPr>
          <a:lstStyle>
            <a:lvl1pPr marL="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1pPr>
            <a:lvl2pPr marL="2286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2pPr>
            <a:lvl3pPr marL="6858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3pPr>
            <a:lvl4pPr marL="11430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4pPr>
            <a:lvl5pPr marL="1600200" indent="0">
              <a:spcBef>
                <a:spcPts val="1000"/>
              </a:spcBef>
              <a:spcAft>
                <a:spcPts val="1000"/>
              </a:spcAft>
              <a:buNone/>
              <a:defRPr lang="ja-JP" sz="1800"/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502552" y="1779325"/>
            <a:ext cx="6724891" cy="4297680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1366E70F-A084-49A4-947E-953A861EE496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</a:lstStyle>
          <a:p>
            <a:pPr rtl="0"/>
            <a:fld id="{CBD12358-51D2-46B3-9BDE-DF29528B9454}" type="slidenum">
              <a:rPr lang="en-US" altLang="ja-JP" noProof="0" smtClean="0"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段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プレースホルダー 17">
            <a:extLst>
              <a:ext uri="{FF2B5EF4-FFF2-40B4-BE49-F238E27FC236}">
                <a16:creationId xmlns:a16="http://schemas.microsoft.com/office/drawing/2014/main" id="{32B61A96-5F36-8895-B920-FC12FD76D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9" name="長方形 8">
            <a:extLst>
              <a:ext uri="{FF2B5EF4-FFF2-40B4-BE49-F238E27FC236}">
                <a16:creationId xmlns:a16="http://schemas.microsoft.com/office/drawing/2014/main" id="{8774BC39-6D56-474E-28BE-99260516A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777240"/>
            <a:ext cx="10361676" cy="530352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3070" y="914400"/>
            <a:ext cx="10045861" cy="1146680"/>
          </a:xfrm>
        </p:spPr>
        <p:txBody>
          <a:bodyPr rtlCol="0" anchor="b" anchorCtr="0">
            <a:noAutofit/>
          </a:bodyPr>
          <a:lstStyle>
            <a:lvl1pPr algn="ctr"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1423687" y="2288614"/>
            <a:ext cx="5382228" cy="3475578"/>
          </a:xfrm>
        </p:spPr>
        <p:txBody>
          <a:bodyPr rtlCol="0"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6858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11430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6002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2057400">
              <a:spcBef>
                <a:spcPts val="600"/>
              </a:spcBef>
              <a:spcAft>
                <a:spcPts val="600"/>
              </a:spcAft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451790" y="2288614"/>
            <a:ext cx="3108960" cy="3475578"/>
          </a:xfrm>
        </p:spPr>
        <p:txBody>
          <a:bodyPr tIns="91440" rtlCol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2286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2pPr>
            <a:lvl3pPr marL="6858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3pPr>
            <a:lvl4pPr marL="11430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4pPr>
            <a:lvl5pPr marL="160020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5pPr>
          </a:lstStyle>
          <a:p>
            <a:pPr lvl="0" rtl="0"/>
            <a:r>
              <a:rPr lang="ja-JP" altLang="en-US" noProof="0" dirty="0"/>
              <a:t>クリックしてコンテンツを追加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1A6B555-7FFD-477F-81F7-FC44F316426C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プレースホルダー 64">
            <a:extLst>
              <a:ext uri="{FF2B5EF4-FFF2-40B4-BE49-F238E27FC236}">
                <a16:creationId xmlns:a16="http://schemas.microsoft.com/office/drawing/2014/main" id="{55E792AE-CF37-9DD8-2703-49480775F0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4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88825" cy="685800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133629"/>
            <a:ext cx="10515600" cy="1325563"/>
          </a:xfrm>
        </p:spPr>
        <p:txBody>
          <a:bodyPr rtlCol="0" anchor="b" anchorCtr="0">
            <a:noAutofit/>
          </a:bodyPr>
          <a:lstStyle>
            <a:lvl1pPr>
              <a:defRPr lang="ja-JP" sz="36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8" name="表プレースホルダー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914400" y="1779325"/>
            <a:ext cx="10361676" cy="4297680"/>
          </a:xfrm>
        </p:spPr>
        <p:txBody>
          <a:bodyPr rtlCol="0"/>
          <a:lstStyle>
            <a:lvl1pPr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アイコンをクリックして表を追加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AF29132E-16A4-4832-91AF-A281A42041B9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ja-JP"/>
            </a:defPPr>
            <a:lvl1pPr>
              <a:defRPr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プレースホルダー 13">
            <a:extLst>
              <a:ext uri="{FF2B5EF4-FFF2-40B4-BE49-F238E27FC236}">
                <a16:creationId xmlns:a16="http://schemas.microsoft.com/office/drawing/2014/main" id="{A1BB4149-7987-3EF4-952D-2271B4DD8A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8" name="長方形 7">
            <a:extLst>
              <a:ext uri="{FF2B5EF4-FFF2-40B4-BE49-F238E27FC236}">
                <a16:creationId xmlns:a16="http://schemas.microsoft.com/office/drawing/2014/main" id="{07B335AD-7A4B-841B-52BC-8FF32D99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99368" y="0"/>
            <a:ext cx="4593265" cy="6858000"/>
          </a:xfrm>
          <a:prstGeom prst="rect">
            <a:avLst/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ja-JP"/>
            </a:defPPr>
          </a:lstStyle>
          <a:p>
            <a:pPr algn="ctr" rtl="0"/>
            <a:endParaRPr lang="ja-JP" altLang="en-US" noProof="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43375" y="92597"/>
            <a:ext cx="3905250" cy="3032567"/>
          </a:xfrm>
        </p:spPr>
        <p:txBody>
          <a:bodyPr rtlCol="0" anchor="b">
            <a:noAutofit/>
          </a:bodyPr>
          <a:lstStyle>
            <a:lvl1pPr algn="ctr">
              <a:defRPr lang="ja-JP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pPr rtl="0"/>
            <a:r>
              <a:rPr lang="ja-JP" altLang="en-US" noProof="0" dirty="0"/>
              <a:t>クリックしてタイトルを追加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A13E19FD-68BB-0F8D-21CF-9E48B80607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43375" y="4004321"/>
            <a:ext cx="3905250" cy="27432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ja-JP" sz="1800"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lang="ja-JP"/>
            </a:lvl2pPr>
            <a:lvl3pPr marL="914400" indent="0" algn="ctr">
              <a:buNone/>
              <a:defRPr lang="ja-JP"/>
            </a:lvl3pPr>
            <a:lvl4pPr marL="1371600" indent="0" algn="ctr">
              <a:buNone/>
              <a:defRPr lang="ja-JP"/>
            </a:lvl4pPr>
            <a:lvl5pPr marL="1828800" indent="0" algn="ctr">
              <a:buNone/>
              <a:defRPr lang="ja-JP"/>
            </a:lvl5pPr>
          </a:lstStyle>
          <a:p>
            <a:pPr lvl="0" rtl="0"/>
            <a:r>
              <a:rPr lang="ja-JP" altLang="en-US" noProof="0" dirty="0"/>
              <a:t>クリックしてテキストを追加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altLang="en-US" noProof="0" dirty="0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ja-JP"/>
            </a:defPPr>
          </a:lstStyle>
          <a:p>
            <a:pPr lvl="0" rtl="0"/>
            <a:r>
              <a:rPr lang="ja-JP" altLang="en-US" noProof="0" dirty="0"/>
              <a:t>クリックしてマスター テキストのスタイルを編集</a:t>
            </a:r>
          </a:p>
          <a:p>
            <a:pPr lvl="1" rtl="0"/>
            <a:r>
              <a:rPr lang="ja-JP" altLang="en-US" noProof="0" dirty="0"/>
              <a:t>第 </a:t>
            </a:r>
            <a:r>
              <a:rPr lang="en-US" altLang="ja-JP" noProof="0" dirty="0"/>
              <a:t>2 </a:t>
            </a:r>
            <a:r>
              <a:rPr lang="ja-JP" altLang="en-US" noProof="0" dirty="0"/>
              <a:t>レベル</a:t>
            </a:r>
          </a:p>
          <a:p>
            <a:pPr lvl="2" rtl="0"/>
            <a:r>
              <a:rPr lang="ja-JP" altLang="en-US" noProof="0" dirty="0"/>
              <a:t>第 </a:t>
            </a:r>
            <a:r>
              <a:rPr lang="en-US" altLang="ja-JP" noProof="0" dirty="0"/>
              <a:t>3 </a:t>
            </a:r>
            <a:r>
              <a:rPr lang="ja-JP" altLang="en-US" noProof="0" dirty="0"/>
              <a:t>レベル</a:t>
            </a:r>
          </a:p>
          <a:p>
            <a:pPr lvl="3" rtl="0"/>
            <a:r>
              <a:rPr lang="ja-JP" altLang="en-US" noProof="0" dirty="0"/>
              <a:t>第 </a:t>
            </a:r>
            <a:r>
              <a:rPr lang="en-US" altLang="ja-JP" noProof="0" dirty="0"/>
              <a:t>4 </a:t>
            </a:r>
            <a:r>
              <a:rPr lang="ja-JP" altLang="en-US" noProof="0" dirty="0"/>
              <a:t>レベル</a:t>
            </a:r>
          </a:p>
          <a:p>
            <a:pPr lvl="4" rtl="0"/>
            <a:r>
              <a:rPr lang="ja-JP" altLang="en-US" noProof="0" dirty="0"/>
              <a:t>第 </a:t>
            </a:r>
            <a:r>
              <a:rPr lang="en-US" altLang="ja-JP" noProof="0" dirty="0"/>
              <a:t>5 </a:t>
            </a:r>
            <a:r>
              <a:rPr lang="ja-JP" altLang="en-US" noProof="0" dirty="0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9F48A8C7-4599-4859-A663-3705C184E3E2}" type="datetime1">
              <a:rPr lang="ja-JP" altLang="en-US" noProof="0" smtClean="0"/>
              <a:t>2026/9/15</a:t>
            </a:fld>
            <a:endParaRPr lang="ja-JP" altLang="en-US" noProof="0" dirty="0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endParaRPr lang="ja-JP" altLang="en-US" noProof="0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ja-JP" sz="1200">
                <a:solidFill>
                  <a:schemeClr val="tx1">
                    <a:tint val="82000"/>
                  </a:schemeClr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fld id="{CBD12358-51D2-46B3-9BDE-DF29528B9454}" type="slidenum">
              <a:rPr lang="en-US" altLang="ja-JP" noProof="0" smtClean="0"/>
              <a:pPr/>
              <a:t>‹#›</a:t>
            </a:fld>
            <a:endParaRPr lang="ja-JP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9" r:id="rId4"/>
    <p:sldLayoutId id="2147483650" r:id="rId5"/>
    <p:sldLayoutId id="2147483652" r:id="rId6"/>
    <p:sldLayoutId id="2147483662" r:id="rId7"/>
    <p:sldLayoutId id="2147483663" r:id="rId8"/>
    <p:sldLayoutId id="2147483649" r:id="rId9"/>
    <p:sldLayoutId id="2147483666" r:id="rId10"/>
    <p:sldLayoutId id="2147483664" r:id="rId11"/>
    <p:sldLayoutId id="2147483665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ja-JP" sz="4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ja-JP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4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2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1pPr>
      <a:lvl2pPr marL="457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2pPr>
      <a:lvl3pPr marL="914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3pPr>
      <a:lvl4pPr marL="1371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4pPr>
      <a:lvl5pPr marL="18288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5pPr>
      <a:lvl6pPr marL="22860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6pPr>
      <a:lvl7pPr marL="27432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7pPr>
      <a:lvl8pPr marL="32004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8pPr>
      <a:lvl9pPr marL="3657600" algn="l" defTabSz="914400" rtl="0" eaLnBrk="1" latinLnBrk="0" hangingPunct="1">
        <a:defRPr kumimoji="1" lang="ja-JP" sz="1800" kern="1200">
          <a:solidFill>
            <a:schemeClr val="tx1"/>
          </a:solidFill>
          <a:latin typeface="+mn-ea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5174" y="1143000"/>
            <a:ext cx="9144000" cy="2286000"/>
          </a:xfrm>
          <a:noFill/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r>
              <a:rPr lang="ja-JP" altLang="ja-JP" dirty="0"/>
              <a:t>オリジナル作品発表会</a:t>
            </a:r>
            <a:endParaRPr lang="ja-JP" dirty="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22512A-300E-F772-D7CE-4FCC88357774}"/>
              </a:ext>
            </a:extLst>
          </p:cNvPr>
          <p:cNvSpPr txBox="1"/>
          <p:nvPr/>
        </p:nvSpPr>
        <p:spPr>
          <a:xfrm>
            <a:off x="3628102" y="3763264"/>
            <a:ext cx="293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配属先：名古屋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5229D60-B094-D969-FC5C-A0D07BE6E207}"/>
              </a:ext>
            </a:extLst>
          </p:cNvPr>
          <p:cNvSpPr txBox="1"/>
          <p:nvPr/>
        </p:nvSpPr>
        <p:spPr>
          <a:xfrm>
            <a:off x="3628102" y="4497638"/>
            <a:ext cx="293001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名前：ソ・ドンユン</a:t>
            </a:r>
          </a:p>
        </p:txBody>
      </p:sp>
    </p:spTree>
    <p:extLst>
      <p:ext uri="{BB962C8B-B14F-4D97-AF65-F5344CB8AC3E}">
        <p14:creationId xmlns:p14="http://schemas.microsoft.com/office/powerpoint/2010/main" val="2083028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3038" y="1457865"/>
            <a:ext cx="3200400" cy="4580626"/>
          </a:xfrm>
          <a:noFill/>
        </p:spPr>
        <p:txBody>
          <a:bodyPr rtlCol="0" anchor="t">
            <a:noAutofit/>
          </a:bodyPr>
          <a:lstStyle>
            <a:defPPr>
              <a:defRPr lang="ja-JP"/>
            </a:defPPr>
          </a:lstStyle>
          <a:p>
            <a:r>
              <a:rPr lang="ja-JP" altLang="ja-JP" dirty="0"/>
              <a:t>目次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6287" y="1457864"/>
            <a:ext cx="4986068" cy="4580627"/>
          </a:xfrm>
          <a:noFill/>
        </p:spPr>
        <p:txBody>
          <a:bodyPr rtlCol="0" anchor="t">
            <a:normAutofit fontScale="92500" lnSpcReduction="10000"/>
          </a:bodyPr>
          <a:lstStyle>
            <a:defPPr>
              <a:defRPr lang="ja-JP"/>
            </a:defPPr>
          </a:lstStyle>
          <a:p>
            <a:r>
              <a:rPr lang="ja-JP" altLang="en-US" dirty="0"/>
              <a:t>自己紹介</a:t>
            </a:r>
            <a:endParaRPr lang="en-US" altLang="ja-JP" dirty="0"/>
          </a:p>
          <a:p>
            <a:r>
              <a:rPr lang="ja-JP" altLang="en-US" dirty="0"/>
              <a:t>日本に来たきっかけ</a:t>
            </a:r>
            <a:endParaRPr lang="en-US" altLang="ja-JP" dirty="0"/>
          </a:p>
          <a:p>
            <a:r>
              <a:rPr lang="ja-JP" altLang="en-US" dirty="0"/>
              <a:t>自己</a:t>
            </a:r>
            <a:r>
              <a:rPr lang="en-US" altLang="ja-JP" dirty="0"/>
              <a:t>PR</a:t>
            </a:r>
          </a:p>
          <a:p>
            <a:r>
              <a:rPr lang="ja-JP" altLang="en-US" dirty="0"/>
              <a:t>・</a:t>
            </a:r>
            <a:r>
              <a:rPr lang="en-US" altLang="ja-JP" dirty="0"/>
              <a:t>3</a:t>
            </a:r>
            <a:r>
              <a:rPr lang="ja-JP" altLang="en-US" dirty="0"/>
              <a:t>年後の自分（オープンウインドウ</a:t>
            </a:r>
            <a:r>
              <a:rPr lang="en-US" altLang="ja-JP" dirty="0"/>
              <a:t>64</a:t>
            </a:r>
            <a:r>
              <a:rPr lang="ja-JP" altLang="en-US" dirty="0"/>
              <a:t>）</a:t>
            </a:r>
          </a:p>
          <a:p>
            <a:r>
              <a:rPr lang="ja-JP" altLang="en-US" dirty="0"/>
              <a:t>オリジナル作品</a:t>
            </a:r>
            <a:endParaRPr lang="en-US" altLang="ja-JP" dirty="0"/>
          </a:p>
          <a:p>
            <a:r>
              <a:rPr lang="ja-JP" altLang="en-US" dirty="0"/>
              <a:t>デモ</a:t>
            </a:r>
            <a:endParaRPr lang="en-US" altLang="ja-JP" dirty="0"/>
          </a:p>
          <a:p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07081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タイトル 2">
            <a:extLst>
              <a:ext uri="{FF2B5EF4-FFF2-40B4-BE49-F238E27FC236}">
                <a16:creationId xmlns:a16="http://schemas.microsoft.com/office/drawing/2014/main" id="{A0034E89-1952-5288-08A0-70A4A73BE3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8259" y="798653"/>
            <a:ext cx="5166167" cy="5289630"/>
          </a:xfrm>
          <a:solidFill>
            <a:schemeClr val="bg1">
              <a:alpha val="95000"/>
            </a:schemeClr>
          </a:solidFill>
        </p:spPr>
        <p:txBody>
          <a:bodyPr rtlCol="0" anchor="ctr"/>
          <a:lstStyle>
            <a:defPPr>
              <a:defRPr lang="ja-JP"/>
            </a:defPPr>
          </a:lstStyle>
          <a:p>
            <a:r>
              <a:rPr lang="ja-JP" altLang="en-US" dirty="0"/>
              <a:t>自己紹介</a:t>
            </a:r>
            <a:endParaRPr lang="en-US" altLang="ja-JP" dirty="0"/>
          </a:p>
        </p:txBody>
      </p:sp>
      <p:pic>
        <p:nvPicPr>
          <p:cNvPr id="10" name="図プレースホルダー 16" descr="チーム メンバー&#10;">
            <a:extLst>
              <a:ext uri="{FF2B5EF4-FFF2-40B4-BE49-F238E27FC236}">
                <a16:creationId xmlns:a16="http://schemas.microsoft.com/office/drawing/2014/main" id="{A7CE32F5-A0B3-2021-DCFD-DD6B651F758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76" r="76"/>
          <a:stretch/>
        </p:blipFill>
        <p:spPr>
          <a:xfrm>
            <a:off x="6084424" y="787077"/>
            <a:ext cx="5166167" cy="5289631"/>
          </a:xfrm>
        </p:spPr>
      </p:pic>
    </p:spTree>
    <p:extLst>
      <p:ext uri="{BB962C8B-B14F-4D97-AF65-F5344CB8AC3E}">
        <p14:creationId xmlns:p14="http://schemas.microsoft.com/office/powerpoint/2010/main" val="3709451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4ABE40-AA00-F366-A36A-B3F1AADBF0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4303" y="1076644"/>
            <a:ext cx="4480560" cy="624337"/>
          </a:xfrm>
          <a:noFill/>
        </p:spPr>
        <p:txBody>
          <a:bodyPr rtlCol="0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 altLang="en-US" dirty="0"/>
              <a:t>自己紹介</a:t>
            </a:r>
            <a:endParaRPr lang="ja-JP" dirty="0"/>
          </a:p>
        </p:txBody>
      </p:sp>
      <p:sp>
        <p:nvSpPr>
          <p:cNvPr id="11" name="サブタイトル 10">
            <a:extLst>
              <a:ext uri="{FF2B5EF4-FFF2-40B4-BE49-F238E27FC236}">
                <a16:creationId xmlns:a16="http://schemas.microsoft.com/office/drawing/2014/main" id="{F4583933-95EE-13B0-55ED-7B10E3D38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3042" y="4280719"/>
            <a:ext cx="4985714" cy="1569659"/>
          </a:xfrm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ja-JP" sz="2400" b="1" dirty="0"/>
              <a:t>趣味・好きなこと</a:t>
            </a:r>
            <a:endParaRPr lang="ja-JP" altLang="ja-JP" sz="2400" dirty="0"/>
          </a:p>
          <a:p>
            <a:pPr lvl="0"/>
            <a:r>
              <a:rPr lang="ja-JP" altLang="ja-JP" sz="2400" dirty="0"/>
              <a:t>旅行</a:t>
            </a:r>
            <a:r>
              <a:rPr lang="ja-JP" altLang="en-US" sz="2400" dirty="0"/>
              <a:t>、ゲーム、ドラマ、映画、本、野球</a:t>
            </a:r>
            <a:endParaRPr lang="en-US" altLang="ja-JP" sz="2400" dirty="0"/>
          </a:p>
          <a:p>
            <a:r>
              <a:rPr lang="ja-JP" altLang="ja-JP" sz="2400" dirty="0"/>
              <a:t>新しい</a:t>
            </a:r>
            <a:r>
              <a:rPr lang="ja-JP" altLang="en-US" sz="2400" dirty="0"/>
              <a:t>ことを</a:t>
            </a:r>
            <a:r>
              <a:rPr lang="ja-JP" altLang="ja-JP" sz="2400" dirty="0"/>
              <a:t>勉強 </a:t>
            </a:r>
            <a:endParaRPr lang="ja-JP" altLang="en-US" sz="2400" dirty="0"/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E4347881-9A4E-3DE0-8C7E-4655D9B7E00B}"/>
              </a:ext>
            </a:extLst>
          </p:cNvPr>
          <p:cNvSpPr txBox="1">
            <a:spLocks/>
          </p:cNvSpPr>
          <p:nvPr/>
        </p:nvSpPr>
        <p:spPr>
          <a:xfrm>
            <a:off x="1714303" y="2506703"/>
            <a:ext cx="5610729" cy="51619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ja-JP" sz="3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ja-JP" sz="2400" dirty="0"/>
              <a:t>徐東潤（ソ・ドンユン）</a:t>
            </a:r>
          </a:p>
        </p:txBody>
      </p:sp>
      <p:sp>
        <p:nvSpPr>
          <p:cNvPr id="16" name="タイトル 1">
            <a:extLst>
              <a:ext uri="{FF2B5EF4-FFF2-40B4-BE49-F238E27FC236}">
                <a16:creationId xmlns:a16="http://schemas.microsoft.com/office/drawing/2014/main" id="{2D3D55D2-DC43-595B-3EAD-CB3E18D73863}"/>
              </a:ext>
            </a:extLst>
          </p:cNvPr>
          <p:cNvSpPr txBox="1">
            <a:spLocks/>
          </p:cNvSpPr>
          <p:nvPr/>
        </p:nvSpPr>
        <p:spPr>
          <a:xfrm>
            <a:off x="1714303" y="3828619"/>
            <a:ext cx="5610729" cy="516194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ja-JP" sz="3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ja-JP" sz="2400" b="1" dirty="0"/>
              <a:t>出身</a:t>
            </a:r>
            <a:r>
              <a:rPr lang="en-US" altLang="ja-JP" sz="2400" b="1" dirty="0"/>
              <a:t>:</a:t>
            </a:r>
            <a:r>
              <a:rPr lang="ja-JP" altLang="ja-JP" sz="2400" dirty="0"/>
              <a:t>韓国</a:t>
            </a:r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1BB374B4-81E3-68F4-2793-7B518C160BE9}"/>
              </a:ext>
            </a:extLst>
          </p:cNvPr>
          <p:cNvSpPr txBox="1">
            <a:spLocks/>
          </p:cNvSpPr>
          <p:nvPr/>
        </p:nvSpPr>
        <p:spPr>
          <a:xfrm>
            <a:off x="5273042" y="914400"/>
            <a:ext cx="5512406" cy="3087329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Autofit/>
          </a:bodyPr>
          <a:lstStyle>
            <a:defPPr>
              <a:defRPr lang="ja-JP"/>
            </a:defPPr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ja-JP" sz="3600" kern="12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+mj-cs"/>
              </a:defRPr>
            </a:lvl1pPr>
          </a:lstStyle>
          <a:p>
            <a:r>
              <a:rPr lang="ja-JP" altLang="ja-JP" sz="2400" b="1" dirty="0"/>
              <a:t>専攻・学習経験</a:t>
            </a:r>
            <a:endParaRPr lang="ja-JP" altLang="ja-JP" sz="2400" dirty="0"/>
          </a:p>
          <a:p>
            <a:pPr lvl="0"/>
            <a:r>
              <a:rPr lang="ja-JP" altLang="ja-JP" sz="2400" dirty="0"/>
              <a:t>大学：経営学専攻 </a:t>
            </a:r>
            <a:endParaRPr lang="en-US" altLang="ja-JP" sz="2400" dirty="0"/>
          </a:p>
          <a:p>
            <a:pPr lvl="0"/>
            <a:r>
              <a:rPr lang="ja-JP" altLang="en-US" sz="2400" dirty="0"/>
              <a:t>教育機関</a:t>
            </a:r>
            <a:r>
              <a:rPr lang="en-US" altLang="ja-JP" sz="2400" dirty="0"/>
              <a:t>:AI</a:t>
            </a:r>
            <a:r>
              <a:rPr lang="ja-JP" altLang="en-US" sz="2400" dirty="0"/>
              <a:t>金融ソフトウェア学科、</a:t>
            </a:r>
            <a:r>
              <a:rPr lang="en-US" altLang="ja-JP" sz="2400" dirty="0" err="1"/>
              <a:t>soldesk</a:t>
            </a:r>
            <a:r>
              <a:rPr lang="en-US" altLang="ja-JP" sz="2400" dirty="0"/>
              <a:t> </a:t>
            </a:r>
          </a:p>
          <a:p>
            <a:pPr lvl="0"/>
            <a:endParaRPr lang="en-US" altLang="ja-JP" sz="2400" dirty="0"/>
          </a:p>
          <a:p>
            <a:pPr lvl="0"/>
            <a:r>
              <a:rPr lang="ja-JP" altLang="en-US" sz="2400" b="1" dirty="0"/>
              <a:t>やったこと</a:t>
            </a:r>
            <a:endParaRPr lang="en-US" altLang="ja-JP" sz="2400" b="1" dirty="0"/>
          </a:p>
          <a:p>
            <a:pPr lvl="0"/>
            <a:r>
              <a:rPr lang="en-US" altLang="ja-JP" sz="2400" dirty="0"/>
              <a:t>web </a:t>
            </a:r>
            <a:r>
              <a:rPr lang="ja-JP" altLang="en-US" sz="2400" dirty="0"/>
              <a:t>アプリケーション、モバイルアプリケーション、</a:t>
            </a:r>
            <a:r>
              <a:rPr lang="ja-JP" altLang="ja-JP" sz="2400" dirty="0"/>
              <a:t>ディープラーニング</a:t>
            </a:r>
            <a:r>
              <a:rPr lang="ja-JP" altLang="en-US" sz="2400" dirty="0"/>
              <a:t>、</a:t>
            </a:r>
            <a:r>
              <a:rPr lang="ja-JP" altLang="ja-JP" sz="2400" dirty="0"/>
              <a:t>機械学習</a:t>
            </a:r>
            <a:r>
              <a:rPr lang="ja-JP" altLang="en-US" sz="2400" dirty="0"/>
              <a:t>、サーバー環境構築等</a:t>
            </a:r>
            <a:endParaRPr lang="ja-JP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008037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598" y="995425"/>
            <a:ext cx="3741983" cy="833375"/>
          </a:xfrm>
          <a:noFill/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 dirty="0"/>
              <a:t>日本に来たきっかけ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EC0D5FE-BBD4-7551-40AC-C41E875F3CE0}"/>
              </a:ext>
            </a:extLst>
          </p:cNvPr>
          <p:cNvSpPr txBox="1"/>
          <p:nvPr/>
        </p:nvSpPr>
        <p:spPr>
          <a:xfrm>
            <a:off x="1307691" y="2143433"/>
            <a:ext cx="47194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/>
              <a:t>日本文化への興味</a:t>
            </a:r>
          </a:p>
          <a:p>
            <a:r>
              <a:rPr lang="ja-JP" altLang="ja-JP" dirty="0"/>
              <a:t>子どもの頃から日本のアニメや漫画が好きで、</a:t>
            </a:r>
            <a:br>
              <a:rPr lang="ja-JP" altLang="ja-JP" dirty="0"/>
            </a:br>
            <a:r>
              <a:rPr lang="ja-JP" altLang="ja-JP" dirty="0"/>
              <a:t>日本独特の雰囲気や文化に興味を持っていました。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177CCC8-10BB-5618-A368-9F025748E33F}"/>
              </a:ext>
            </a:extLst>
          </p:cNvPr>
          <p:cNvSpPr txBox="1"/>
          <p:nvPr/>
        </p:nvSpPr>
        <p:spPr>
          <a:xfrm>
            <a:off x="1307691" y="3335143"/>
            <a:ext cx="46211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/>
              <a:t>日本旅行を通じた経験</a:t>
            </a:r>
          </a:p>
          <a:p>
            <a:r>
              <a:rPr lang="ja-JP" altLang="ja-JP" dirty="0"/>
              <a:t>実際に何度も日本を旅行する中で、</a:t>
            </a:r>
            <a:br>
              <a:rPr lang="ja-JP" altLang="ja-JP" dirty="0"/>
            </a:br>
            <a:r>
              <a:rPr lang="ja-JP" altLang="ja-JP" dirty="0"/>
              <a:t>「日本の文化や生活が自分に合っている」と感じるようになりました。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474689D-A056-6E99-7DE9-AEBF3D9A2DC1}"/>
              </a:ext>
            </a:extLst>
          </p:cNvPr>
          <p:cNvSpPr txBox="1"/>
          <p:nvPr/>
        </p:nvSpPr>
        <p:spPr>
          <a:xfrm>
            <a:off x="1307691" y="4662246"/>
            <a:ext cx="5806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/>
              <a:t>日本人との交流</a:t>
            </a:r>
          </a:p>
          <a:p>
            <a:r>
              <a:rPr lang="ja-JP" altLang="ja-JP" dirty="0"/>
              <a:t>言語交換アプリをきっかけに日本人の友人が増え、</a:t>
            </a:r>
            <a:br>
              <a:rPr lang="ja-JP" altLang="ja-JP" dirty="0"/>
            </a:br>
            <a:r>
              <a:rPr lang="ja-JP" altLang="ja-JP" dirty="0"/>
              <a:t>約1年半、日本語で交流を続けながら日本語力を伸ばしました。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7DC3DC2-2637-ACC8-5C6E-CEA5B93FC78B}"/>
              </a:ext>
            </a:extLst>
          </p:cNvPr>
          <p:cNvSpPr txBox="1"/>
          <p:nvPr/>
        </p:nvSpPr>
        <p:spPr>
          <a:xfrm>
            <a:off x="5569974" y="1140426"/>
            <a:ext cx="58067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 b="1" dirty="0"/>
              <a:t>日本で生活することを決意</a:t>
            </a:r>
          </a:p>
          <a:p>
            <a:r>
              <a:rPr lang="ja-JP" altLang="ja-JP" dirty="0"/>
              <a:t>日本語の勉強を続け、JLPT N2・N1を取得。</a:t>
            </a:r>
            <a:br>
              <a:rPr lang="ja-JP" altLang="ja-JP" dirty="0"/>
            </a:br>
            <a:r>
              <a:rPr lang="ja-JP" altLang="ja-JP" dirty="0"/>
              <a:t>その経験を通して、</a:t>
            </a:r>
            <a:br>
              <a:rPr lang="ja-JP" altLang="ja-JP" dirty="0"/>
            </a:br>
            <a:r>
              <a:rPr lang="ja-JP" altLang="ja-JP" dirty="0"/>
              <a:t>「日本で生活し、働いてみたい」という気持ちが強くなりました。</a:t>
            </a:r>
          </a:p>
        </p:txBody>
      </p:sp>
    </p:spTree>
    <p:extLst>
      <p:ext uri="{BB962C8B-B14F-4D97-AF65-F5344CB8AC3E}">
        <p14:creationId xmlns:p14="http://schemas.microsoft.com/office/powerpoint/2010/main" val="1667462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3D842265-4FF9-1B44-FEB5-821C943C6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6937" y="879674"/>
            <a:ext cx="5377406" cy="2550005"/>
          </a:xfrm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 dirty="0"/>
              <a:t>自己</a:t>
            </a:r>
            <a:r>
              <a:rPr lang="en-US" altLang="ja-JP" dirty="0"/>
              <a:t>PR</a:t>
            </a:r>
            <a:endParaRPr lang="ja-JP" dirty="0"/>
          </a:p>
        </p:txBody>
      </p:sp>
    </p:spTree>
    <p:extLst>
      <p:ext uri="{BB962C8B-B14F-4D97-AF65-F5344CB8AC3E}">
        <p14:creationId xmlns:p14="http://schemas.microsoft.com/office/powerpoint/2010/main" val="20322680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538" y="904567"/>
            <a:ext cx="9653286" cy="604163"/>
          </a:xfrm>
          <a:noFill/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 dirty="0"/>
              <a:t>自己</a:t>
            </a:r>
            <a:r>
              <a:rPr lang="en-US" altLang="ja-JP" dirty="0"/>
              <a:t>PR</a:t>
            </a:r>
            <a:endParaRPr lang="ja-JP" dirty="0"/>
          </a:p>
        </p:txBody>
      </p:sp>
      <p:graphicFrame>
        <p:nvGraphicFramePr>
          <p:cNvPr id="7" name="図表 6">
            <a:extLst>
              <a:ext uri="{FF2B5EF4-FFF2-40B4-BE49-F238E27FC236}">
                <a16:creationId xmlns:a16="http://schemas.microsoft.com/office/drawing/2014/main" id="{BE4F0BFA-A2FF-4FB0-7127-D9F9BEAE39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169590"/>
              </p:ext>
            </p:extLst>
          </p:nvPr>
        </p:nvGraphicFramePr>
        <p:xfrm>
          <a:off x="3175820" y="1643900"/>
          <a:ext cx="5643716" cy="43095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20595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6650" y="646612"/>
            <a:ext cx="10154309" cy="840545"/>
          </a:xfrm>
          <a:noFill/>
        </p:spPr>
        <p:txBody>
          <a:bodyPr rtlCol="0" anchor="b"/>
          <a:lstStyle>
            <a:defPPr>
              <a:defRPr lang="ja-JP"/>
            </a:defPPr>
          </a:lstStyle>
          <a:p>
            <a:r>
              <a:rPr lang="en-US" altLang="ja-JP" dirty="0"/>
              <a:t>3</a:t>
            </a:r>
            <a:r>
              <a:rPr lang="ja-JP" altLang="en-US" dirty="0"/>
              <a:t>年後の自分オープンウインドウ</a:t>
            </a:r>
            <a:r>
              <a:rPr lang="en-US" altLang="ja-JP" dirty="0"/>
              <a:t>64</a:t>
            </a:r>
            <a:r>
              <a:rPr lang="ja-JP" altLang="en-US" dirty="0"/>
              <a:t>）</a:t>
            </a:r>
            <a:endParaRPr lang="ja-JP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A81D471F-5E68-A864-2E0D-A0DA0413F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0168" y="1561856"/>
            <a:ext cx="6224702" cy="4116792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711AB1E5-8AB6-C367-F27C-9CBA5A5F70CB}"/>
              </a:ext>
            </a:extLst>
          </p:cNvPr>
          <p:cNvSpPr/>
          <p:nvPr/>
        </p:nvSpPr>
        <p:spPr>
          <a:xfrm>
            <a:off x="3076524" y="1681316"/>
            <a:ext cx="2088329" cy="1383431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23162D7-B8C8-0F8A-5ADD-9B923E9B6471}"/>
              </a:ext>
            </a:extLst>
          </p:cNvPr>
          <p:cNvSpPr/>
          <p:nvPr/>
        </p:nvSpPr>
        <p:spPr>
          <a:xfrm>
            <a:off x="3076525" y="4311963"/>
            <a:ext cx="2088328" cy="1383432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13838DEC-26D6-889A-DF2E-DA7D5FB8801A}"/>
              </a:ext>
            </a:extLst>
          </p:cNvPr>
          <p:cNvSpPr/>
          <p:nvPr/>
        </p:nvSpPr>
        <p:spPr>
          <a:xfrm>
            <a:off x="7236542" y="4311962"/>
            <a:ext cx="2088328" cy="1366685"/>
          </a:xfrm>
          <a:prstGeom prst="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4086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8C61CC16-17FE-0648-0F43-EAF814B695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1275" y="1134320"/>
            <a:ext cx="4803494" cy="1956122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r>
              <a:rPr lang="ja-JP" altLang="en-US" dirty="0"/>
              <a:t>オリジナル作品</a:t>
            </a:r>
            <a:endParaRPr lang="ja-JP" dirty="0"/>
          </a:p>
        </p:txBody>
      </p:sp>
      <p:sp>
        <p:nvSpPr>
          <p:cNvPr id="14" name="サブタイトル 13">
            <a:extLst>
              <a:ext uri="{FF2B5EF4-FFF2-40B4-BE49-F238E27FC236}">
                <a16:creationId xmlns:a16="http://schemas.microsoft.com/office/drawing/2014/main" id="{43EF6EE1-731F-12B6-CB93-FA4A14E509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275" y="3418271"/>
            <a:ext cx="4803494" cy="2305409"/>
          </a:xfrm>
        </p:spPr>
        <p:txBody>
          <a:bodyPr rtlCol="0"/>
          <a:lstStyle>
            <a:defPPr>
              <a:defRPr lang="ja-JP"/>
            </a:defPPr>
          </a:lstStyle>
          <a:p>
            <a:pPr rtl="0"/>
            <a:endParaRPr lang="ja-JP" dirty="0"/>
          </a:p>
        </p:txBody>
      </p:sp>
      <p:pic>
        <p:nvPicPr>
          <p:cNvPr id="38" name="図プレースホルダー 37" descr="ガラスボードに書き込む人">
            <a:extLst>
              <a:ext uri="{FF2B5EF4-FFF2-40B4-BE49-F238E27FC236}">
                <a16:creationId xmlns:a16="http://schemas.microsoft.com/office/drawing/2014/main" id="{BB1CE701-01CA-6742-A69C-8DE01DEABF8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8563" y="1146638"/>
            <a:ext cx="4389120" cy="4572000"/>
          </a:xfrm>
        </p:spPr>
      </p:pic>
    </p:spTree>
    <p:extLst>
      <p:ext uri="{BB962C8B-B14F-4D97-AF65-F5344CB8AC3E}">
        <p14:creationId xmlns:p14="http://schemas.microsoft.com/office/powerpoint/2010/main" val="219192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6219"/>
            <a:ext cx="10389243" cy="1424470"/>
          </a:xfrm>
          <a:noFill/>
        </p:spPr>
        <p:txBody>
          <a:bodyPr rtlCol="0" anchor="ctr">
            <a:no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ダイナミックなプレゼンテーションの提供</a:t>
            </a:r>
          </a:p>
        </p:txBody>
      </p:sp>
      <p:sp>
        <p:nvSpPr>
          <p:cNvPr id="8" name="コンテンツ プレースホルダー 7">
            <a:extLst>
              <a:ext uri="{FF2B5EF4-FFF2-40B4-BE49-F238E27FC236}">
                <a16:creationId xmlns:a16="http://schemas.microsoft.com/office/drawing/2014/main" id="{215CE58D-2739-522B-7C3A-6A7C985360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779325"/>
            <a:ext cx="3490732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プレゼンテーションの提供にエネルギーを注ぎ込み、長く残る印象を与える方法を説明します</a:t>
            </a:r>
          </a:p>
          <a:p>
            <a:pPr rtl="0"/>
            <a:r>
              <a:rPr lang="ja-JP"/>
              <a:t>効果的なコミュニケーションの目標の 1 つは、聞き手に意欲を起こさせることです</a:t>
            </a:r>
          </a:p>
        </p:txBody>
      </p:sp>
      <p:graphicFrame>
        <p:nvGraphicFramePr>
          <p:cNvPr id="3" name="表プレースホルダー 2">
            <a:extLst>
              <a:ext uri="{FF2B5EF4-FFF2-40B4-BE49-F238E27FC236}">
                <a16:creationId xmlns:a16="http://schemas.microsoft.com/office/drawing/2014/main" id="{F01CF5D3-D3B1-1944-CFDF-D8EE11DE42A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3290010120"/>
              </p:ext>
            </p:extLst>
          </p:nvPr>
        </p:nvGraphicFramePr>
        <p:xfrm>
          <a:off x="4502150" y="1779588"/>
          <a:ext cx="6777648" cy="4293999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694412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033038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529255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52094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7194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1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指標</a:t>
                      </a:r>
                      <a:endParaRPr lang="ja-JP" altLang="en-US" b="1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1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測定</a:t>
                      </a:r>
                      <a:endParaRPr lang="ja-JP" altLang="en-US" b="1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1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目標</a:t>
                      </a:r>
                      <a:endParaRPr lang="ja-JP" altLang="en-US" b="1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1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実績</a:t>
                      </a:r>
                      <a:endParaRPr lang="ja-JP" altLang="en-US" b="1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7194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聴衆者数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出席者数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150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7194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エンゲージメント時間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分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60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7194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Q&amp;A </a:t>
                      </a:r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のやり取り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質問数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15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71949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ポジティブなフィードバック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95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934254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情報保持率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85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66979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3070" y="914400"/>
            <a:ext cx="10045861" cy="1146680"/>
          </a:xfrm>
          <a:noFill/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 dirty="0"/>
              <a:t>デモ</a:t>
            </a:r>
            <a:endParaRPr lang="ja-JP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23687" y="2288614"/>
            <a:ext cx="5382228" cy="3475578"/>
          </a:xfrm>
          <a:noFill/>
        </p:spPr>
        <p:txBody>
          <a:bodyPr vert="horz" lIns="91440" tIns="45720" rIns="91440" bIns="45720"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 dirty="0"/>
              <a:t>一貫したリハーサル</a:t>
            </a:r>
          </a:p>
          <a:p>
            <a:pPr lvl="1" rtl="0"/>
            <a:r>
              <a:rPr lang="ja-JP" dirty="0"/>
              <a:t>親しみやすさを高める</a:t>
            </a:r>
          </a:p>
          <a:p>
            <a:pPr rtl="0"/>
            <a:r>
              <a:rPr lang="ja-JP" dirty="0"/>
              <a:t>提供のスタイルを洗練する</a:t>
            </a:r>
          </a:p>
          <a:p>
            <a:pPr lvl="1" rtl="0"/>
            <a:r>
              <a:rPr lang="ja-JP" dirty="0"/>
              <a:t>ペース、トーン、強調</a:t>
            </a:r>
          </a:p>
          <a:p>
            <a:pPr rtl="0"/>
            <a:r>
              <a:rPr lang="ja-JP" dirty="0"/>
              <a:t>タイミングと切り替え</a:t>
            </a:r>
          </a:p>
          <a:p>
            <a:pPr lvl="1" rtl="0"/>
            <a:r>
              <a:rPr lang="ja-JP" dirty="0"/>
              <a:t>シームレスでプロフェッショナルな提供を目指す</a:t>
            </a:r>
          </a:p>
          <a:p>
            <a:pPr rtl="0"/>
            <a:r>
              <a:rPr lang="ja-JP" dirty="0"/>
              <a:t>練習用の聞き手</a:t>
            </a:r>
          </a:p>
          <a:p>
            <a:pPr lvl="1" rtl="0"/>
            <a:r>
              <a:rPr lang="ja-JP" dirty="0"/>
              <a:t>同僚に聞いてもらい、感想を言ってもらう</a:t>
            </a:r>
          </a:p>
          <a:p>
            <a:pPr lvl="1" rtl="0"/>
            <a:endParaRPr lang="ja-JP" dirty="0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EE67564-0457-E486-97D0-8109D2C97B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51790" y="2288614"/>
            <a:ext cx="3108960" cy="3475578"/>
          </a:xfrm>
          <a:noFill/>
        </p:spPr>
        <p:txBody>
          <a:bodyPr rtlCol="0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フィードバックを求める</a:t>
            </a:r>
          </a:p>
          <a:p>
            <a:pPr rtl="0"/>
            <a:r>
              <a:rPr lang="ja-JP"/>
              <a:t>パフォーマンスを振り返る</a:t>
            </a:r>
          </a:p>
          <a:p>
            <a:pPr rtl="0"/>
            <a:r>
              <a:rPr lang="ja-JP"/>
              <a:t>新しいテクニックを探索する</a:t>
            </a:r>
          </a:p>
          <a:p>
            <a:pPr rtl="0"/>
            <a:r>
              <a:rPr lang="ja-JP"/>
              <a:t>個人の目標を設定する</a:t>
            </a:r>
          </a:p>
          <a:p>
            <a:pPr rtl="0"/>
            <a:r>
              <a:rPr lang="ja-JP"/>
              <a:t>反復し、適応する</a:t>
            </a:r>
          </a:p>
        </p:txBody>
      </p:sp>
    </p:spTree>
    <p:extLst>
      <p:ext uri="{BB962C8B-B14F-4D97-AF65-F5344CB8AC3E}">
        <p14:creationId xmlns:p14="http://schemas.microsoft.com/office/powerpoint/2010/main" val="19942469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629"/>
            <a:ext cx="10515600" cy="1325563"/>
          </a:xfrm>
          <a:noFill/>
        </p:spPr>
        <p:txBody>
          <a:bodyPr rtlCol="0" anchor="b"/>
          <a:lstStyle>
            <a:defPPr>
              <a:defRPr lang="ja-JP"/>
            </a:defPPr>
          </a:lstStyle>
          <a:p>
            <a:pPr rtl="0"/>
            <a:r>
              <a:rPr lang="ja-JP"/>
              <a:t>スピーキング エンゲージメント指標</a:t>
            </a:r>
          </a:p>
        </p:txBody>
      </p:sp>
      <p:graphicFrame>
        <p:nvGraphicFramePr>
          <p:cNvPr id="15" name="表プレースホルダー 3">
            <a:extLst>
              <a:ext uri="{FF2B5EF4-FFF2-40B4-BE49-F238E27FC236}">
                <a16:creationId xmlns:a16="http://schemas.microsoft.com/office/drawing/2014/main" id="{81012411-049E-B618-E9BE-800979D76AFD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22025156"/>
              </p:ext>
            </p:extLst>
          </p:nvPr>
        </p:nvGraphicFramePr>
        <p:xfrm>
          <a:off x="914400" y="1779588"/>
          <a:ext cx="10361676" cy="4294002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2590419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2590419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  <a:gridCol w="2590419">
                  <a:extLst>
                    <a:ext uri="{9D8B030D-6E8A-4147-A177-3AD203B41FA5}">
                      <a16:colId xmlns:a16="http://schemas.microsoft.com/office/drawing/2014/main" val="4277526474"/>
                    </a:ext>
                  </a:extLst>
                </a:gridCol>
                <a:gridCol w="2590419">
                  <a:extLst>
                    <a:ext uri="{9D8B030D-6E8A-4147-A177-3AD203B41FA5}">
                      <a16:colId xmlns:a16="http://schemas.microsoft.com/office/drawing/2014/main" val="2438884888"/>
                    </a:ext>
                  </a:extLst>
                </a:gridCol>
              </a:tblGrid>
              <a:tr h="71566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影響要因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測定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目標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達成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71566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聞き手とのやり取り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85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88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71566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知識の定着率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75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71566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プレゼンテーション後の</a:t>
                      </a:r>
                      <a:endParaRPr lang="en-US" altLang="ja-JP" b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アンケート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平均評価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4.2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4.5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71566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紹介率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パーセンテージ </a:t>
                      </a:r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(%)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12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  <a:tr h="715667"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コラボレーションのチャンス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ja-JP" altLang="en-US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チャンスの数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>
                      <a:defPPr>
                        <a:defRPr lang="ja-JP"/>
                      </a:defPPr>
                    </a:lstStyle>
                    <a:p>
                      <a:pPr algn="ctr" rtl="0"/>
                      <a:r>
                        <a:rPr lang="en-US" altLang="ja-JP" b="0" noProof="0" dirty="0"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</a:t>
                      </a:r>
                      <a:endParaRPr lang="ja-JP" altLang="en-US" b="0" i="0" noProof="0" dirty="0"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5371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268F-EABB-E6AF-274F-BDF6D4E2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タイトル 9">
            <a:extLst>
              <a:ext uri="{FF2B5EF4-FFF2-40B4-BE49-F238E27FC236}">
                <a16:creationId xmlns:a16="http://schemas.microsoft.com/office/drawing/2014/main" id="{9FDADEB9-5686-DED1-7570-AE4FA95358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1275" y="1134320"/>
            <a:ext cx="4803494" cy="1956122"/>
          </a:xfrm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/>
              <a:t>オリジナル作品について</a:t>
            </a:r>
            <a:endParaRPr lang="ja-JP" altLang="en-US" dirty="0"/>
          </a:p>
        </p:txBody>
      </p:sp>
      <p:sp>
        <p:nvSpPr>
          <p:cNvPr id="14" name="サブタイトル 13">
            <a:extLst>
              <a:ext uri="{FF2B5EF4-FFF2-40B4-BE49-F238E27FC236}">
                <a16:creationId xmlns:a16="http://schemas.microsoft.com/office/drawing/2014/main" id="{8C4FEECA-5BF0-60F4-3013-27B92FB419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61275" y="3418271"/>
            <a:ext cx="4803494" cy="2305409"/>
          </a:xfrm>
        </p:spPr>
        <p:txBody>
          <a:bodyPr rtlCol="0"/>
          <a:lstStyle>
            <a:defPPr>
              <a:defRPr lang="ja-JP"/>
            </a:defPPr>
          </a:lstStyle>
          <a:p>
            <a:r>
              <a:rPr lang="ja-JP" altLang="en-US" dirty="0"/>
              <a:t>・理由：なぜそのオリジナル作品にしようと思ったか。</a:t>
            </a:r>
          </a:p>
          <a:p>
            <a:r>
              <a:rPr lang="ja-JP" altLang="en-US" dirty="0"/>
              <a:t>・工夫した点</a:t>
            </a:r>
          </a:p>
          <a:p>
            <a:r>
              <a:rPr lang="ja-JP" altLang="en-US" dirty="0"/>
              <a:t>・苦労した点</a:t>
            </a:r>
          </a:p>
          <a:p>
            <a:r>
              <a:rPr lang="ja-JP" altLang="en-US" dirty="0"/>
              <a:t>・時間がなくて実装できなかった機能</a:t>
            </a:r>
          </a:p>
          <a:p>
            <a:r>
              <a:rPr lang="ja-JP" altLang="en-US" dirty="0"/>
              <a:t>　</a:t>
            </a:r>
            <a:r>
              <a:rPr lang="en-US" altLang="ja-JP" dirty="0"/>
              <a:t>※</a:t>
            </a:r>
            <a:r>
              <a:rPr lang="ja-JP" altLang="en-US" dirty="0"/>
              <a:t>発表会で必ず聞かれる質問です。</a:t>
            </a:r>
            <a:endParaRPr lang="ja-JP" dirty="0"/>
          </a:p>
        </p:txBody>
      </p:sp>
      <p:pic>
        <p:nvPicPr>
          <p:cNvPr id="38" name="図プレースホルダー 37" descr="ガラスボードに書き込む人">
            <a:extLst>
              <a:ext uri="{FF2B5EF4-FFF2-40B4-BE49-F238E27FC236}">
                <a16:creationId xmlns:a16="http://schemas.microsoft.com/office/drawing/2014/main" id="{4BE877D3-93F5-C42F-EE63-D317BE338DB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08563" y="1146638"/>
            <a:ext cx="4389120" cy="4572000"/>
          </a:xfrm>
        </p:spPr>
      </p:pic>
    </p:spTree>
    <p:extLst>
      <p:ext uri="{BB962C8B-B14F-4D97-AF65-F5344CB8AC3E}">
        <p14:creationId xmlns:p14="http://schemas.microsoft.com/office/powerpoint/2010/main" val="68605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2041" y="92597"/>
            <a:ext cx="4487918" cy="3032567"/>
          </a:xfrm>
          <a:noFill/>
        </p:spPr>
        <p:txBody>
          <a:bodyPr rtlCol="0" anchor="b"/>
          <a:lstStyle>
            <a:defPPr>
              <a:defRPr lang="ja-JP"/>
            </a:defPPr>
          </a:lstStyle>
          <a:p>
            <a:pPr rtl="0"/>
            <a:r>
              <a:rPr lang="ja-JP" spc="-20" dirty="0"/>
              <a:t>ありがとうございます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143375" y="4004321"/>
            <a:ext cx="3905250" cy="2743200"/>
          </a:xfrm>
          <a:noFill/>
        </p:spPr>
        <p:txBody>
          <a:bodyPr rtlCol="0" anchor="t">
            <a:normAutofit/>
          </a:bodyPr>
          <a:lstStyle>
            <a:defPPr>
              <a:defRPr lang="ja-JP"/>
            </a:defPPr>
          </a:lstStyle>
          <a:p>
            <a:pPr rtl="0"/>
            <a:r>
              <a:rPr lang="ja-JP"/>
              <a:t>Brita Tamm</a:t>
            </a:r>
          </a:p>
          <a:p>
            <a:pPr rtl="0"/>
            <a:r>
              <a:rPr lang="ja-JP"/>
              <a:t>502-555-0152</a:t>
            </a:r>
          </a:p>
          <a:p>
            <a:pPr rtl="0"/>
            <a:r>
              <a:rPr lang="ja-JP"/>
              <a:t>brita@firstupconsultants.com</a:t>
            </a:r>
          </a:p>
          <a:p>
            <a:pPr rtl="0"/>
            <a:r>
              <a:rPr lang="ja-JP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611567175"/>
      </p:ext>
    </p:extLst>
  </p:cSld>
  <p:clrMapOvr>
    <a:masterClrMapping/>
  </p:clrMapOvr>
</p:sld>
</file>

<file path=ppt/theme/theme1.xml><?xml version="1.0" encoding="utf-8"?>
<a:theme xmlns:a="http://schemas.openxmlformats.org/drawingml/2006/main" name="ユーザー設定">
  <a:themeElements>
    <a:clrScheme name="TM10081922">
      <a:dk1>
        <a:srgbClr val="000000"/>
      </a:dk1>
      <a:lt1>
        <a:srgbClr val="FFFFFF"/>
      </a:lt1>
      <a:dk2>
        <a:srgbClr val="435369"/>
      </a:dk2>
      <a:lt2>
        <a:srgbClr val="E7E5E5"/>
      </a:lt2>
      <a:accent1>
        <a:srgbClr val="F2E5D8"/>
      </a:accent1>
      <a:accent2>
        <a:srgbClr val="8C3A27"/>
      </a:accent2>
      <a:accent3>
        <a:srgbClr val="F0C8BC"/>
      </a:accent3>
      <a:accent4>
        <a:srgbClr val="D9A390"/>
      </a:accent4>
      <a:accent5>
        <a:srgbClr val="FFF6F4"/>
      </a:accent5>
      <a:accent6>
        <a:srgbClr val="183F1E"/>
      </a:accent6>
      <a:hlink>
        <a:srgbClr val="467886"/>
      </a:hlink>
      <a:folHlink>
        <a:srgbClr val="96607D"/>
      </a:folHlink>
    </a:clrScheme>
    <a:fontScheme name="Custom 100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342555_TF10081922_Win32" id="{1AE2F721-D081-4A3B-871B-6C85E245238B}" vid="{144D0329-3606-4FB1-89D3-BD9B9121DDB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eiryo UI" panose="02110004020202020204"/>
        <a:ea typeface=""/>
        <a:cs typeface=""/>
        <a:font script="Jpan" typeface="Meiryo UI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110004020202020204"/>
        <a:ea typeface=""/>
        <a:cs typeface=""/>
        <a:font script="Jpan" typeface="Meiryo UI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FB2D96AF-4C9E-4DD0-A165-CD22BB87D0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AF1DBB7-4BA2-49E3-BEC8-A38406CA5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349358-775F-4CF9-9AE6-33A7901637E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{99F27463-1D93-4BEA-B9FA-8469566274AE}TF96423eb0-8e02-4a99-b83b-bc60d19202d5eb491f5c_win32-712ddc6b1f86</Template>
  <TotalTime>59</TotalTime>
  <Words>516</Words>
  <Application>Microsoft Office PowerPoint</Application>
  <PresentationFormat>ワイド画面</PresentationFormat>
  <Paragraphs>136</Paragraphs>
  <Slides>14</Slides>
  <Notes>14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7" baseType="lpstr">
      <vt:lpstr>Meiryo UI</vt:lpstr>
      <vt:lpstr>Arial</vt:lpstr>
      <vt:lpstr>ユーザー設定</vt:lpstr>
      <vt:lpstr>オリジナル作品発表会</vt:lpstr>
      <vt:lpstr>目次</vt:lpstr>
      <vt:lpstr>自己紹介</vt:lpstr>
      <vt:lpstr>自己紹介</vt:lpstr>
      <vt:lpstr>日本に来たきっかけ</vt:lpstr>
      <vt:lpstr>自己PR</vt:lpstr>
      <vt:lpstr>自己PR</vt:lpstr>
      <vt:lpstr>3年後の自分オープンウインドウ64）</vt:lpstr>
      <vt:lpstr>オリジナル作品</vt:lpstr>
      <vt:lpstr>ダイナミックなプレゼンテーションの提供</vt:lpstr>
      <vt:lpstr>デモ</vt:lpstr>
      <vt:lpstr>スピーキング エンゲージメント指標</vt:lpstr>
      <vt:lpstr>オリジナル作品について</vt:lpstr>
      <vt:lpstr>ありがとうございます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30314-24</dc:creator>
  <cp:lastModifiedBy>30314-24</cp:lastModifiedBy>
  <cp:revision>3</cp:revision>
  <dcterms:created xsi:type="dcterms:W3CDTF">2026-09-15T06:31:08Z</dcterms:created>
  <dcterms:modified xsi:type="dcterms:W3CDTF">2026-09-15T07:30:14Z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